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78" r:id="rId3"/>
    <p:sldId id="257" r:id="rId4"/>
    <p:sldId id="275" r:id="rId5"/>
    <p:sldId id="2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8:19.9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96 24575,'4'-4'0,"11"7"0,1 11 0,4 9 0,-2 3 0,0 3 0,-3 0 0,1-4 0,1-12 0,7-20 0,7-18 0,13-13 0,6-13 0,0-3 0,-5 9 0,-10 11-8191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8:20.9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1 400 24575,'16'49'0,"-2"-5"0,2-1 0,22 43 0,-36-83 0,-1 0 0,1 0 0,0 0 0,1 0 0,-1 0 0,0-1 0,1 1 0,-1-1 0,1 1 0,0-1 0,0 0 0,0 0 0,0 0 0,0-1 0,0 1 0,1-1 0,-1 1 0,0-1 0,1 0 0,-1-1 0,1 1 0,0-1 0,-1 1 0,1-1 0,-1 0 0,1 0 0,-1 0 0,1-1 0,-1 0 0,1 1 0,-1-1 0,5-2 0,12-4 0,-2-1 0,1 0 0,-1-2 0,26-17 0,-41 25 0,308-226 0,-5 3 0,-116 111-1365,-127 81-5461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8:24.9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1 920 24575,'4'0'0,"6"9"0,6 7 0,4 9 0,-1 5 0,4 6 0,21-33 0,19-48 0,13-37 0,6-23 0,6-23 0,-3-7 0,-3-3 0,-11 14 0,-14 24 0,-7 20 0,-8 19 0,-12 21-8191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8:26.4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27 24575,'4'0'0,"6"0"0,19 0 0,34-4 0,46-2 0,55 1 0,66 0 0,44 2 0,29 1-899,0 1 899,-28 0 0,-49 1 0,-59 1 0,-57-1-7292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8:29.2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24575,'33'1'0,"0"2"0,37 7 0,-12 0 0,860 64-304,6-66-130,-895-8 463,4462-4-685,-4463 4-6170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9:02.3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9:13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1 554 24575,'0'-4'0,"0"3"0,4 5 0,2 12 0,-1 7 0,-1 3 0,4-2 0,4-5 0,30-19 0,34-35 0,35-34 0,28-26 0,17-15 0,3-5 0,-17 12 0,-19 24 0,-31 25-8191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9:16.1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1 669 24575,'4'5'0,"6"9"0,5 8 0,5 8 0,3-2 0,11-13 0,8-18 0,6-22 0,11-23 0,23-26 0,22-17 0,20-10 0,10-6 0,0 7 0,-10 16 0,-18 18 0,-26 16 0,-27 17-8191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19:59:17.8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 24575,'1789'0'-1365,"-1732"0"-5461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customXml" Target="../ink/ink8.xml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C2BA4-21AD-5151-D0BE-399AF2C5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A1EE68-C3D8-8DC8-C5DB-6E1FD3C2C6BE}"/>
              </a:ext>
            </a:extLst>
          </p:cNvPr>
          <p:cNvSpPr txBox="1"/>
          <p:nvPr/>
        </p:nvSpPr>
        <p:spPr>
          <a:xfrm>
            <a:off x="905256" y="2203704"/>
            <a:ext cx="757508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students will get their own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 from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alphavantage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 this app: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 -m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app.py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14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4F2BBE-DDD1-5F48-7D57-9412DAB5C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397021"/>
            <a:ext cx="10344912" cy="53035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87DC92-E77D-7199-8924-60C86DE06803}"/>
                  </a:ext>
                </a:extLst>
              </p14:cNvPr>
              <p14:cNvContentPartPr/>
              <p14:nvPr/>
            </p14:nvContentPartPr>
            <p14:xfrm>
              <a:off x="1975104" y="3275496"/>
              <a:ext cx="150840" cy="91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87DC92-E77D-7199-8924-60C86DE068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7104" y="3257496"/>
                <a:ext cx="1864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A913013-160D-D558-F368-9479C1ABF664}"/>
                  </a:ext>
                </a:extLst>
              </p14:cNvPr>
              <p14:cNvContentPartPr/>
              <p14:nvPr/>
            </p14:nvContentPartPr>
            <p14:xfrm>
              <a:off x="2020464" y="3879576"/>
              <a:ext cx="425160" cy="240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A913013-160D-D558-F368-9479C1ABF6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2824" y="3861576"/>
                <a:ext cx="4608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B113C99-A7AF-9AE4-2358-C202CF4E76EB}"/>
                  </a:ext>
                </a:extLst>
              </p14:cNvPr>
              <p14:cNvContentPartPr/>
              <p14:nvPr/>
            </p14:nvContentPartPr>
            <p14:xfrm>
              <a:off x="3712104" y="4286376"/>
              <a:ext cx="310680" cy="374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B113C99-A7AF-9AE4-2358-C202CF4E76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94464" y="4268736"/>
                <a:ext cx="34632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F95D051-2A97-0FD2-39D7-7B56A9AEA77B}"/>
                  </a:ext>
                </a:extLst>
              </p14:cNvPr>
              <p14:cNvContentPartPr/>
              <p14:nvPr/>
            </p14:nvContentPartPr>
            <p14:xfrm>
              <a:off x="4169304" y="5174856"/>
              <a:ext cx="816480" cy="10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F95D051-2A97-0FD2-39D7-7B56A9AEA7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51664" y="5156856"/>
                <a:ext cx="8521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288007A-42A2-8044-63BF-C860A2891DE5}"/>
                  </a:ext>
                </a:extLst>
              </p14:cNvPr>
              <p14:cNvContentPartPr/>
              <p14:nvPr/>
            </p14:nvContentPartPr>
            <p14:xfrm>
              <a:off x="6583464" y="3236616"/>
              <a:ext cx="2370600" cy="38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288007A-42A2-8044-63BF-C860A2891DE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65824" y="3218976"/>
                <a:ext cx="2406240" cy="7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937616-0544-4FC8-9E5D-BB5AA18AE99B}"/>
                  </a:ext>
                </a:extLst>
              </p14:cNvPr>
              <p14:cNvContentPartPr/>
              <p14:nvPr/>
            </p14:nvContentPartPr>
            <p14:xfrm>
              <a:off x="5604984" y="437061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937616-0544-4FC8-9E5D-BB5AA18AE9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7344" y="435297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C7B0109-32DB-81E7-C59C-86FF094DB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12" y="352458"/>
            <a:ext cx="8424762" cy="63226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6E1914-910C-5706-57D2-E2B0BB1D1532}"/>
                  </a:ext>
                </a:extLst>
              </p14:cNvPr>
              <p14:cNvContentPartPr/>
              <p14:nvPr/>
            </p14:nvContentPartPr>
            <p14:xfrm>
              <a:off x="8769024" y="3421296"/>
              <a:ext cx="388800" cy="237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6E1914-910C-5706-57D2-E2B0BB1D15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51384" y="3403656"/>
                <a:ext cx="42444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64CE9ED-F406-1B43-3DA1-2DA91AFA6B17}"/>
                  </a:ext>
                </a:extLst>
              </p14:cNvPr>
              <p14:cNvContentPartPr/>
              <p14:nvPr/>
            </p14:nvContentPartPr>
            <p14:xfrm>
              <a:off x="8778024" y="6187176"/>
              <a:ext cx="430920" cy="282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64CE9ED-F406-1B43-3DA1-2DA91AFA6B1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60384" y="6169536"/>
                <a:ext cx="46656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6060676-1711-2D3C-81BB-719F45A6449D}"/>
                  </a:ext>
                </a:extLst>
              </p14:cNvPr>
              <p14:cNvContentPartPr/>
              <p14:nvPr/>
            </p14:nvContentPartPr>
            <p14:xfrm>
              <a:off x="9491544" y="1234296"/>
              <a:ext cx="6649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6060676-1711-2D3C-81BB-719F45A6449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73544" y="1216656"/>
                <a:ext cx="7005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1EA1-CBA6-28C2-DF48-E19481BD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88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1747</TotalTime>
  <Words>24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183</cp:revision>
  <dcterms:created xsi:type="dcterms:W3CDTF">2025-09-22T02:44:38Z</dcterms:created>
  <dcterms:modified xsi:type="dcterms:W3CDTF">2026-06-03T20:01:21Z</dcterms:modified>
</cp:coreProperties>
</file>