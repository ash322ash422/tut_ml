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57" r:id="rId2"/>
    <p:sldId id="266" r:id="rId3"/>
    <p:sldId id="267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4:41.3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4:41.3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2:40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51 24575,'0'13'0,"2"1"0,0-1 0,0 0 0,1 0 0,1 0 0,0-1 0,6 14 0,48 86 0,-31-63 0,-20-34 0,0-1 0,0-1 0,1 1 0,14 16 0,-20-27 0,0 0 0,0-1 0,1 1 0,-1-1 0,1 0 0,0 0 0,-1 0 0,1 0 0,0 0 0,0 0 0,0-1 0,1 0 0,-1 1 0,0-1 0,1 0 0,-1-1 0,0 1 0,1 0 0,-1-1 0,1 0 0,3 0 0,4-2 0,1-1 0,-1 0 0,-1-1 0,1 0 0,0 0 0,-1-1 0,0-1 0,0 1 0,10-9 0,84-72 0,-81 66 0,52-48-91,-27 22-228,2 3 1,1 2-1,63-37 1,-85 63-6508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2:40.9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2:48.0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1 308 24575,'4'10'0,"2"0"0,-1 0 0,1 0 0,1-1 0,0 0 0,0-1 0,1 1 0,0-1 0,15 11 0,-14-15 0,1 0 0,0-1 0,0-1 0,0 1 0,0-2 0,1 1 0,-1-2 0,0 1 0,1-1 0,-1-1 0,20-3 0,2-2 0,0-2 0,50-19 0,671-325-1365,-691 320-5461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2:51.1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78 595 24575,'-3'1'0,"-1"-1"0,1 1 0,0 0 0,0 0 0,-1 0 0,1 0 0,0 0 0,0 0 0,0 1 0,0 0 0,1-1 0,-1 1 0,0 0 0,1 1 0,-1-1 0,1 0 0,0 1 0,0-1 0,0 1 0,0 0 0,0-1 0,0 1 0,1 0 0,0 0 0,-1 0 0,1 1 0,0-1 0,0 0 0,1 0 0,-1 6 0,-2 3 0,1 1 0,1-1 0,0 1 0,1 0 0,0 0 0,4 19 0,-4-28 0,1 0 0,0 0 0,0 0 0,1 0 0,-1-1 0,1 1 0,0-1 0,0 1 0,0-1 0,0 1 0,1-1 0,-1 0 0,1 0 0,0 0 0,0-1 0,0 1 0,0-1 0,1 1 0,-1-1 0,0 0 0,1-1 0,0 1 0,-1 0 0,1-1 0,0 0 0,0 0 0,0 0 0,0 0 0,0-1 0,4 1 0,4-1 0,1 1 0,-1-2 0,0 0 0,1 0 0,-1-2 0,0 1 0,0-1 0,21-9 0,12-9 0,-1-1 0,0-3 0,75-57 0,113-114 0,-93 74 0,192-116 0,-236 174 0,-51 33-1365,-7 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2:54.4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0 215 24575,'9'0'0,"2"9"0,0 6 0,3 6 0,-3 3 0,-1 3 0,5 0 0,5-5 0,11-5 0,14-14 0,13-39 0,8-21 0,3-9 0,-7 1 0,-1 4 0,-10 7 0,-15 14-8191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2:56.7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0 333 24575,'4'0'0,"-1"1"0,0 0 0,0 0 0,0 0 0,0 0 0,0 1 0,0-1 0,0 1 0,0 0 0,-1 0 0,1 0 0,0 0 0,-1 0 0,0 0 0,1 1 0,2 4 0,35 50 0,-34-46 0,30 62 0,-32-61 0,0-1 0,1 0 0,0 0 0,1 0 0,0-1 0,1 0 0,0 0 0,1 0 0,0-1 0,11 10 0,-16-17 0,0-1 0,0 0 0,0 0 0,0 0 0,0 0 0,0 0 0,1 0 0,-1-1 0,0 0 0,0 1 0,1-1 0,-1-1 0,0 1 0,1 0 0,-1-1 0,0 1 0,0-1 0,0 0 0,1 0 0,-1-1 0,0 1 0,0 0 0,-1-1 0,1 0 0,0 0 0,2-2 0,12-8 0,-2-1 0,1 0 0,14-17 0,-21 20 0,60-61 0,126-122 0,-147 151 0,2 1 0,75-45 0,13-7-1365,-114 76-5461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00.1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0 271 24575,'1'7'0,"0"-1"0,1 1 0,0-1 0,0 0 0,0 0 0,1 1 0,0-1 0,6 10 0,41 59 0,-23-36 0,-11-14 0,-8-10 0,2 0 0,0-1 0,1 0 0,0 0 0,17 14 0,-24-24 0,0-1 0,0 0 0,0-1 0,0 1 0,1-1 0,0 0 0,-1 0 0,1 0 0,0-1 0,0 0 0,0 0 0,0 0 0,0 0 0,0-1 0,0 0 0,0 0 0,0 0 0,0 0 0,0-1 0,0 0 0,0 0 0,0-1 0,4-1 0,12-5 0,-1-1 0,-1-1 0,1 0 0,-2-2 0,25-19 0,85-80 0,-41 32 0,238-192 0,-289 241-1365,-2 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03.2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0 24575,'-4'0'0,"-6"5"0,-1 18 0,1 23 0,2 20 0,3 13 0,2 9 0,1 4 0,2 3 0,0-2 0,1-13 0,-1-14 0,0-16 0,1-11 0,-1-12-8191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04.7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1049 2 24575,'-78'-2'0,"-84"4"0,140 0 0,1 0 0,-1 2 0,1 1 0,0 0 0,-27 12 0,-41 17 0,-44 20 0,116-45 0,0 0 0,1 1 0,0 1 0,1 1 0,-24 22 0,-4 11 0,1 2 0,2 1 0,-47 77 0,73-101 0,0 0 0,2 2 0,1-1 0,1 2 0,1-1 0,1 1 0,2 0 0,1 1 0,0 0 0,1 30 0,3-35 0,1-1 0,1 1 0,1 0 0,1-1 0,1 1 0,1-1 0,0 0 0,2-1 0,1 1 0,1-1 0,0-1 0,2 1 0,0-2 0,18 23 0,10 5 0,3-2 0,2-2 0,1-2 0,58 39 0,214 121 0,-222-148 0,171 68 0,-222-105 0,0-3 0,1-1 0,1-2 0,-1-2 0,1-2 0,77-1 0,-100-5 0,0-1 0,0-1 0,-1-1 0,1-1 0,0-1 0,-1-1 0,0-1 0,-1-1 0,1-1 0,-2-1 0,1-1 0,-1 0 0,-1-2 0,0 0 0,-1-1 0,0-1 0,-1-1 0,-1 0 0,18-24 0,-9 9 0,-2-1 0,-2-1 0,-1-1 0,-1 0 0,-2-2 0,-1 0 0,-2-1 0,-2 0 0,14-68 0,-13 25 0,-4-2 0,-3 0 0,-3 1 0,-13-127 0,6 178 0,-1 1 0,-1 0 0,-2 0 0,-1 1 0,-1 0 0,-1 0 0,-2 1 0,0 1 0,-2 0 0,-1 1 0,-1 1 0,-1 0 0,-1 1 0,-1 1 0,-40-34 0,36 36 0,1 0 0,-2 2 0,-1 0 0,0 2 0,-1 1 0,-1 1 0,0 2 0,-1 0 0,0 2 0,0 1 0,-1 2 0,0 0 0,-1 2 0,-36-1 0,-272 7-100,232 1-1165,63-1-5561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24.0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388 66 24575,'0'-4'0,"1"1"0,-1 0 0,0 0 0,1 0 0,-1 0 0,1 0 0,0 0 0,0 0 0,0 0 0,0 0 0,1 0 0,-1 1 0,1-1 0,0 1 0,-1-1 0,1 1 0,1-1 0,-1 1 0,0 0 0,3-2 0,-3 3 0,0 0 0,-1 0 0,1 1 0,0-1 0,0 0 0,-1 1 0,1 0 0,0-1 0,0 1 0,0 0 0,0 0 0,-1 0 0,1 0 0,0 1 0,0-1 0,0 0 0,0 1 0,-1-1 0,1 1 0,0 0 0,-1 0 0,1-1 0,0 1 0,-1 0 0,1 0 0,-1 0 0,1 1 0,-1-1 0,0 0 0,1 1 0,-1-1 0,0 0 0,0 1 0,0-1 0,1 3 0,7 10 0,0 1 0,-1 0 0,-1 0 0,0 0 0,-1 1 0,-1 0 0,-1 0 0,4 21 0,-6-23 0,0 0 0,0 1 0,-1-1 0,-1 0 0,-1 1 0,0-1 0,-1 0 0,0 0 0,-1 1 0,-5 14 0,3-20 0,0 0 0,0 0 0,-1 0 0,0 0 0,-1-1 0,1 0 0,-2-1 0,1 1 0,-1-1 0,0-1 0,0 0 0,-12 7 0,-15 7 0,-67 28 0,87-42 0,-86 33 0,49-19 0,-59 29 0,110-49 0,1 0 0,-1 1 0,0-1 0,0 0 0,0 1 0,1-1 0,-1 1 0,0-1 0,1 1 0,-1-1 0,0 1 0,1 0 0,-1-1 0,1 1 0,-1 0 0,0-1 0,1 1 0,0 0 0,-1 0 0,1-1 0,-1 2 0,2-1 0,0 0 0,0 0 0,0 0 0,0 0 0,0-1 0,0 1 0,0 0 0,0-1 0,1 1 0,-1-1 0,0 1 0,0-1 0,1 0 0,-1 1 0,0-1 0,0 0 0,1 0 0,1 0 0,76 8 0,133-5 0,-114-4 0,243 1-1365,-208-1-5461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25.7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533 356 24575,'-5'-14'0,"0"-1"0,-1 1 0,-1 0 0,0 0 0,-1 1 0,0-1 0,-1 2 0,-1 0 0,-13-15 0,-10-6 0,-63-49 0,79 67 0,-1 2 0,0 0 0,-1 1 0,-34-15 0,48 25 0,0 0 0,0 0 0,0 0 0,-1 1 0,1 0 0,0 0 0,-1 1 0,1-1 0,-1 1 0,1 0 0,-1 1 0,1-1 0,0 1 0,-1 0 0,1 1 0,0-1 0,0 1 0,-1 0 0,2 0 0,-1 1 0,0-1 0,0 1 0,1 0 0,-6 5 0,-29 25-1365,21-18-5461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28.2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787 1 24575,'-32'1'0,"1"2"0,0 1 0,1 1 0,-1 2 0,-47 17 0,5 4 0,-72 40 0,129-59 0,1 0 0,0 2 0,1 0 0,0 0 0,1 1 0,0 1 0,1 0 0,0 1 0,1 0 0,1 1 0,-10 16 0,-9 25 0,-42 107 0,45-95 0,19-47 0,1 1 0,1 1 0,1-1 0,1 1 0,-1 39 0,-4 39 0,5-85 0,1 0 0,0 0 0,1 1 0,1-1 0,1 0 0,0 1 0,1-1 0,1 0 0,0 0 0,2 0 0,-1-1 0,2 1 0,0-1 0,1 0 0,1-1 0,0 1 0,0-1 0,2-1 0,0 0 0,12 13 0,-7-8 0,2-1 0,0 0 0,1-1 0,0-1 0,1 0 0,1-2 0,0 0 0,1-1 0,1-2 0,0 0 0,0-1 0,0-1 0,1-1 0,0-1 0,47 6 0,73 12 0,-93-13 0,73 5 0,21-11 0,151-14 0,-257 5 0,0-1 0,0-2 0,0-1 0,-1-3 0,61-24 0,-89 30 0,-1 0 0,1 0 0,-1-1 0,0 0 0,-1 0 0,0-1 0,0 0 0,0 0 0,-1 0 0,0-1 0,0 0 0,-1-1 0,0 1 0,0-1 0,-1 0 0,0 0 0,-1 0 0,0-1 0,0 1 0,1-12 0,2-20 0,-1-1 0,-3 0 0,-2-59 0,-1 55 0,2-73 0,-4-112 0,0 216 0,0 0 0,-1 0 0,0 0 0,-1 0 0,-1 1 0,0 0 0,-1 0 0,-16-24 0,3 11 0,0 0 0,-48-48 0,47 56 8,0 2 0,-2 0 0,0 1 0,-1 2 0,0 0 0,-1 2 0,-1 0 0,0 2 0,-32-8-1,-32-4-309,-130-15-1,132 24-536,33 4-5987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30.4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99 103 24575,'42'-17'0,"0"2"0,1 1 0,1 3 0,0 2 0,59-6 0,-45 6 0,-40 7 0,5-3 0,0 2 0,0 1 0,44 1 0,-61 2 0,0-1 0,0 1 0,-1 0 0,1 1 0,0 0 0,-1-1 0,1 2 0,-1-1 0,0 0 0,0 1 0,0 0 0,0 1 0,0-1 0,-1 1 0,1 0 0,-1 0 0,0 0 0,0 0 0,0 1 0,4 7 0,0 3 0,0 0 0,-1 0 0,-1 0 0,-1 1 0,0 0 0,4 24 0,-8-33 0,0-1 0,0 1 0,-1-1 0,1 1 0,-1-1 0,-1 1 0,0-1 0,1 1 0,-2-1 0,1 1 0,-1-1 0,0 0 0,0 0 0,-1 0 0,0 0 0,0 0 0,0-1 0,-1 1 0,-6 6 0,-3 0 0,0-2 0,-1 0 0,-1 0 0,0-2 0,0 1 0,-1-2 0,-22 8 0,-19 10 0,106-21 0,-35-4 0,0 0 0,1 1 0,-1 1 0,0 0 0,0 1 0,0 0 0,0 1 0,-1 1 0,0 0 0,1 1 0,-2 1 0,24 14 0,-27-14 0,-1 0 0,1 0 0,-1 1 0,-1 0 0,0 0 0,0 1 0,0 0 0,-1 0 0,0 1 0,-1-1 0,0 1 0,-1 1 0,0-1 0,0 0 0,-1 1 0,0 0 0,1 14 0,-3-14 0,1 0 0,-2 0 0,0 0 0,0 0 0,-1 1 0,-3 14 0,3-22 0,0-1 0,-1 1 0,1 0 0,-1 0 0,1-1 0,-1 1 0,-1-1 0,1 0 0,0 1 0,-1-1 0,1 0 0,-1-1 0,0 1 0,0 0 0,0-1 0,-1 1 0,1-1 0,-1 0 0,1 0 0,-1-1 0,-3 2 0,-18 6 0,-1-2 0,1-1 0,-1-1 0,-1-1 0,-28 0 0,-140-5 0,98-2 0,9 4-79,56 2-105,-1-2 1,1-2-1,0-1 0,-1-1 0,1-2 1,-36-10-1,42 5-6642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33.1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1349 105 24575,'-6'-4'0,"1"-1"0,-1 1 0,-1 0 0,1 0 0,-1 0 0,1 1 0,-1 0 0,-13-4 0,-64-11 0,48 11 0,-25-7 0,-1 3 0,0 3 0,-1 3 0,1 2 0,-75 6 0,119 0 0,0 1 0,0 0 0,1 1 0,0 1 0,0 1 0,1 0 0,-31 19 0,-105 82 0,105-71 0,20-15 0,1 1 0,1 2 0,-41 50 0,-52 94 0,107-152 0,0 0 0,2 1 0,1 0 0,0 1 0,1 0 0,1 0 0,1 0 0,1 1 0,-3 21 0,3 3 0,1 0 0,5 71 0,1-92 0,1-1 0,1 0 0,1-1 0,1 1 0,0-1 0,2-1 0,0 1 0,15 20 0,9 13 0,64 78 0,-81-113 0,1-1 0,0 0 0,2-1 0,0-1 0,0-1 0,1-1 0,1 0 0,33 14 0,-19-13 0,1-1 0,1-2 0,1-1 0,63 9 0,16-2 0,215 4 0,-270-22 0,127-5 0,-160 2 0,0-1 0,-1-1 0,0-2 0,43-15 0,-3-9 0,-1-3 0,-2-3 0,-1-3 0,-3-2 0,-1-3 0,77-75 0,-106 88 0,0-1 0,-3-1 0,-1-2 0,-1 0 0,-3-2 0,0-1 0,-3 0 0,-1-2 0,17-54 0,-29 64 0,-2-1 0,-1 0 0,-1 0 0,-2 0 0,-4-55 0,0 16 0,2 57 0,-1 0 0,0 1 0,-1-1 0,0 0 0,-1 1 0,-1-1 0,0 1 0,-1 1 0,0-1 0,-1 1 0,-1 0 0,0 0 0,0 1 0,-1 0 0,-1 1 0,1 0 0,-2 0 0,1 1 0,-1 0 0,-1 1 0,0 0 0,0 1 0,0 0 0,-25-8 0,-208-54 0,200 62-15,1 2-1,-1 2 1,0 1-1,-48 6 1,4-2-1273,57-2-5538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36.3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24575,'1'52'0,"3"0"0,20 97 0,-23-143 0,1 0 0,0 1 0,1-1 0,0-1 0,-1 1 0,2 0 0,-1 0 0,1-1 0,-1 0 0,2 0 0,-1 0 0,0 0 0,1-1 0,0 0 0,0 0 0,0 0 0,1 0 0,-1-1 0,1 0 0,0 0 0,0 0 0,0-1 0,9 3 0,13 1 0,1 0 0,-1-2 0,1-1 0,31 0 0,6 0 0,193 35 0,-254-38 0,-1 1 0,1-1 0,-1 1 0,1-1 0,-1-1 0,1 1 0,-1 0 0,1-1 0,-1 0 0,1 0 0,-1-1 0,0 1 0,1-1 0,-1 0 0,0 0 0,4-3 0,-4 2 0,0-1 0,-1 0 0,0 0 0,0 0 0,0 0 0,0 0 0,0 0 0,-1-1 0,0 0 0,0 1 0,0-1 0,0 0 0,-1 0 0,1-7 0,3-18 0,-2-1 0,-1 1 0,-3-56 0,1 220 0,-2-86 0,1-1 0,3 1 0,2-1 0,17 81 0,-8-84-273,-1 1 0,-3 1 0,-2-1 0,3 66 0,-11-84-6553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39.0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1679 103 24575,'-25'-10'0,"-1"0"0,0 2 0,-1 1 0,0 1 0,0 1 0,0 1 0,-1 2 0,1 1 0,-33 2 0,19-2 0,-57-10 0,54 5 0,-43-1 0,57 8 0,0 1 0,0 1 0,0 1 0,1 2 0,-1 1 0,2 1 0,-34 14 0,-123 45 0,-5 3 0,171-61 0,0 1 0,1 1 0,1 1 0,0 0 0,1 2 0,-27 27 0,12-8 0,2 1 0,-28 44 0,30-36 0,2 2 0,2 1 0,-24 68 0,33-78 0,5-15 0,2 0 0,0 0 0,-7 41 0,11-39 0,-6 31 0,2 1 0,3 0 0,2 0 0,9 103 0,-5-149 0,0 1 0,1-1 0,1 1 0,-1-1 0,1 0 0,1 0 0,-1-1 0,1 1 0,1-1 0,-1 0 0,1-1 0,0 1 0,1-1 0,-1 0 0,1-1 0,10 7 0,16 8 0,0 0 0,54 21 0,-39-18 0,105 60 0,30 13 0,-133-76 0,2-3 0,0-2 0,59 8 0,-12-2 0,-46-8 0,1 1 0,101 44 0,-140-52 0,0 0 0,0-1 0,1-1 0,0-1 0,0 0 0,29 1 0,102-6 0,-68-1 0,-50 1 0,0-2 0,0 0 0,-1-2 0,0-1 0,0-2 0,0 0 0,-1-2 0,-1-1 0,46-28 0,-3-4 0,-3-3 0,74-68 0,-129 105 0,-1-1 0,-1 1 0,0-1 0,0-1 0,-1 0 0,0 0 0,-1-1 0,10-25 0,-3-4 0,15-66 0,-1 3 0,-2 23 0,-6 27 0,-2-1 0,-3 0 0,-2-1 0,6-76 0,-17 107 0,2 0 0,1 1 0,8-26 0,-6 26 0,-1 0 0,-1-1 0,2-29 0,-7 47 0,2-25 0,-1-1 0,-2 1 0,-10-65 0,9 88 0,-1 0 0,0 0 0,-1 0 0,0 0 0,0 1 0,-1-1 0,-1 1 0,1 0 0,-1 1 0,-1-1 0,1 1 0,-2 1 0,1-1 0,-1 1 0,0 0 0,-17-10 0,1 3 0,0 2 0,-1 1 0,0 0 0,-1 2 0,-33-7 0,-140-20 0,150 29 0,7 1-682,-67 2-1,83 4-6143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43.0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710 1 24575,'241'0'0,"-839"0"0,593 0 0,0 0 0,0 0 0,0 1 0,1-1 0,-1 1 0,0 0 0,0 0 0,1 1 0,-1 0 0,1-1 0,-1 1 0,1 1 0,0-1 0,0 1 0,0 0 0,0 0 0,0 0 0,1 0 0,-6 7 0,4-3 0,1 0 0,0 1 0,0-1 0,1 1 0,0 0 0,0 0 0,1 0 0,0 0 0,0 1 0,-1 13 0,0 13 0,1 0 0,2 1 0,6 53 0,-5-85 0,0 0 0,0 0 0,1 0 0,-1-1 0,1 1 0,0 0 0,0-1 0,0 1 0,0-1 0,0 1 0,1-1 0,0 0 0,-1 0 0,1-1 0,0 1 0,1 0 0,-1-1 0,0 0 0,1 0 0,-1 0 0,1 0 0,0 0 0,0-1 0,-1 1 0,1-1 0,0 0 0,0 0 0,8 0 0,12 1 0,0 0 0,0-2 0,44-5 0,-27 2 0,2 1 0,34-2 0,95 8 0,-169-4 0,1 1 0,-1-1 0,0 1 0,0 0 0,1 0 0,-1 0 0,0 0 0,0 0 0,0 1 0,0 0 0,-1-1 0,1 1 0,0 0 0,-1 1 0,1-1 0,-1 0 0,0 1 0,3 3 0,-1-1 0,-1 0 0,-1 1 0,1-1 0,-1 1 0,0 0 0,0 0 0,-1-1 0,0 1 0,1 10 0,-1-1 0,-1 1 0,0-1 0,-1 0 0,-1 0 0,0 0 0,-1 0 0,-7 19 0,3-14 0,0 0 0,-2 0 0,0-1 0,-16 25 0,21-39 0,-1 1 0,1-1 0,-1 0 0,0 0 0,0 0 0,0 0 0,-1-1 0,0 0 0,0 0 0,0-1 0,0 0 0,0 0 0,-1 0 0,1 0 0,-1-1 0,0-1 0,-8 2 0,-45 3 0,0-3 0,-80-7 0,13 0 0,115 4 10,0-1-1,0 0 1,0-1 0,1-1-1,-1 1 1,1-2-1,-1 0 1,1 0-1,0-1 1,-14-8-1,-3-6-363,0 0-1,-32-32 0,46 39-51,-8-7-6420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3:45.7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1551 103 24575,'-6'-6'0,"0"1"0,0 1 0,-1 0 0,0 0 0,0 0 0,0 0 0,-1 1 0,-12-4 0,-71-13 0,45 10 0,-30-3 0,-2 3 0,1 3 0,-138 5 0,137 3 0,63 0 0,1 0 0,-1 1 0,1 1 0,0 0 0,0 1 0,-22 9 0,-81 44 0,53-23 0,27-14 0,1 3 0,1 0 0,1 3 0,1 0 0,2 2 0,0 2 0,2 1 0,-47 64 0,68-81 0,1 0 0,0 0 0,1 0 0,0 1 0,1 0 0,1 0 0,-4 28 0,4-21 0,-1-1 0,-1 0 0,-12 28 0,18-49 0,-19 41 0,1 0 0,-20 75 0,34-105 0,2 1 0,0 0 0,0 1 0,1-1 0,1 0 0,0 0 0,0 0 0,2 0 0,-1 0 0,1 0 0,1 0 0,0 0 0,1 0 0,0-1 0,7 14 0,2-4 0,0-1 0,2-1 0,0 0 0,1 0 0,1-2 0,0 0 0,2-1 0,0-1 0,0 0 0,1-2 0,1 0 0,25 10 0,2-5 0,0-3 0,83 16 0,-72-19 0,69 24 0,-101-28 0,1 0 0,0-2 0,0-1 0,51 3 0,117-10 0,-72-2 0,-63 6 0,-40 0 0,1-1 0,-1-1 0,1-1 0,0-1 0,-1-1 0,0 0 0,36-12 0,5-11 0,69-40 0,-110 53 0,0 0 0,-1-1 0,-1-2 0,0 0 0,-2 0 0,30-37 0,6-19 0,69-126 0,-114 181 0,-1-1 0,-1 0 0,-1 0 0,0 0 0,2-19 0,12-46 0,-10 49 0,-2-1 0,-2 1 0,-1-1 0,-2 0 0,-1 0 0,-1 0 0,-6-34 0,4 58 0,-1 1 0,0 0 0,0 0 0,-1 0 0,0 0 0,0 1 0,-1-1 0,-1 1 0,0 1 0,0-1 0,0 1 0,-1 0 0,-15-14 0,-9-5 0,0 1 0,-42-25 0,54 40 0,-2 1 0,0 0 0,0 1 0,0 2 0,-32-8 0,21 6 0,-49-20 0,30 8-1365,30 15-5461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4:28.1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 24575,'1'29'0,"11"54"0,-2-19 0,-8-49 0,0 0 0,1 0 0,1-1 0,0 0 0,1 1 0,9 17 0,-12-27 0,1 0 0,0 0 0,0 0 0,1 0 0,0-1 0,0 1 0,0-1 0,0 0 0,0 0 0,1-1 0,0 1 0,-1-1 0,1 0 0,1 0 0,-1-1 0,0 0 0,1 1 0,-1-2 0,11 3 0,10-1 0,1-1 0,0-2 0,-1 0 0,1-2 0,0-1 0,-1-1 0,0-1 0,29-10 0,205-83 0,-222 82 0,50-20 0,-8 4 0,-2-3 0,92-56 0,-136 67-1365,-11 4-5461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4:30.1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1 708 24575,'3'0'0,"0"1"0,0 0 0,0-1 0,0 1 0,0 0 0,-1 1 0,1-1 0,0 0 0,0 1 0,-1 0 0,1-1 0,-1 1 0,1 0 0,2 3 0,31 37 0,-30-35 0,24 34 0,-20-24 0,2-1 0,20 21 0,-29-33 0,1-1 0,-1 1 0,1-1 0,0 0 0,0-1 0,0 1 0,1-1 0,-1 0 0,0 0 0,1 0 0,0 0 0,-1-1 0,1 0 0,10 2 0,-7-3 0,0-1 0,0 0 0,0 0 0,0 0 0,-1-1 0,1 0 0,0-1 0,-1 0 0,1 0 0,-1 0 0,0-1 0,0 0 0,0-1 0,11-10 0,6-6 0,-1-2 0,31-38 0,173-236 0,53-63 0,-220 294-1365,-14 16-5461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02:34:32.0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1 912 24575,'4'0'0,"2"4"0,-1 11 0,4 1 0,4 0 0,17-22 0,17-30 0,17-31 0,20-30 0,8-21 0,15-15 0,6-7 0,5-2 0,-3 16 0,-23 28-8191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8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" Type="http://schemas.openxmlformats.org/officeDocument/2006/relationships/customXml" Target="../ink/ink3.xml"/><Relationship Id="rId21" Type="http://schemas.openxmlformats.org/officeDocument/2006/relationships/customXml" Target="../ink/ink12.xml"/><Relationship Id="rId34" Type="http://schemas.openxmlformats.org/officeDocument/2006/relationships/image" Target="../media/image19.png"/><Relationship Id="rId7" Type="http://schemas.openxmlformats.org/officeDocument/2006/relationships/customXml" Target="../ink/ink5.xml"/><Relationship Id="rId12" Type="http://schemas.openxmlformats.org/officeDocument/2006/relationships/image" Target="../media/image8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33" Type="http://schemas.openxmlformats.org/officeDocument/2006/relationships/customXml" Target="../ink/ink18.xml"/><Relationship Id="rId38" Type="http://schemas.openxmlformats.org/officeDocument/2006/relationships/image" Target="../media/image21.png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7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20.xml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customXml" Target="../ink/ink11.xml"/><Relationship Id="rId31" Type="http://schemas.openxmlformats.org/officeDocument/2006/relationships/customXml" Target="../ink/ink17.xml"/><Relationship Id="rId4" Type="http://schemas.openxmlformats.org/officeDocument/2006/relationships/image" Target="../media/image4.png"/><Relationship Id="rId9" Type="http://schemas.openxmlformats.org/officeDocument/2006/relationships/customXml" Target="../ink/ink6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5.xml"/><Relationship Id="rId30" Type="http://schemas.openxmlformats.org/officeDocument/2006/relationships/image" Target="../media/image17.png"/><Relationship Id="rId35" Type="http://schemas.openxmlformats.org/officeDocument/2006/relationships/customXml" Target="../ink/ink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2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335149"/>
            <a:ext cx="64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Short Introduction </a:t>
            </a:r>
          </a:p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</a:t>
            </a:r>
            <a:r>
              <a:rPr lang="en-US" sz="6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ngrok</a:t>
            </a:r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6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SetUp</a:t>
            </a:r>
            <a:endParaRPr lang="en-US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4115-EC0B-D6C6-39F0-F0BF76412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8E034D-D005-DA44-7A36-4FC196FB4945}"/>
                  </a:ext>
                </a:extLst>
              </p14:cNvPr>
              <p14:cNvContentPartPr/>
              <p14:nvPr/>
            </p14:nvContentPartPr>
            <p14:xfrm>
              <a:off x="5897664" y="299001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8E034D-D005-DA44-7A36-4FC196FB49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0024" y="297201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CE8680A-6487-6D23-2D13-F117CA683A92}"/>
              </a:ext>
            </a:extLst>
          </p:cNvPr>
          <p:cNvSpPr txBox="1"/>
          <p:nvPr/>
        </p:nvSpPr>
        <p:spPr>
          <a:xfrm>
            <a:off x="466344" y="333346"/>
            <a:ext cx="10570464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</a:t>
            </a:r>
            <a:r>
              <a:rPr lang="en-US" sz="2400" b="1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ngrok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Tunneling (Turn Your Machine into a Public Server)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If you want to host the app directly from your computer but still give people all over the world access to it, you can tunnel your local port to a public URL.</a:t>
            </a:r>
          </a:p>
        </p:txBody>
      </p:sp>
    </p:spTree>
    <p:extLst>
      <p:ext uri="{BB962C8B-B14F-4D97-AF65-F5344CB8AC3E}">
        <p14:creationId xmlns:p14="http://schemas.microsoft.com/office/powerpoint/2010/main" val="48192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131D7-C6E4-B514-0C28-A1201393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9874A2-571A-10D7-02A6-765A22E8B245}"/>
                  </a:ext>
                </a:extLst>
              </p14:cNvPr>
              <p14:cNvContentPartPr/>
              <p14:nvPr/>
            </p14:nvContentPartPr>
            <p14:xfrm>
              <a:off x="5897664" y="299001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9874A2-571A-10D7-02A6-765A22E8B2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9664" y="297201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96CECAA-172E-A6F9-3097-E31BC9DE5D68}"/>
              </a:ext>
            </a:extLst>
          </p:cNvPr>
          <p:cNvSpPr txBox="1"/>
          <p:nvPr/>
        </p:nvSpPr>
        <p:spPr>
          <a:xfrm>
            <a:off x="466344" y="333346"/>
            <a:ext cx="10570464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Go to </a:t>
            </a:r>
            <a:r>
              <a:rPr lang="en-US" sz="2400" b="0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ngrok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and create a free account to get an auth token.</a:t>
            </a:r>
          </a:p>
          <a:p>
            <a:pPr marL="457200" indent="-4572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Download and install </a:t>
            </a:r>
            <a:r>
              <a:rPr lang="en-US" sz="2400" b="0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ngrok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on your computer.</a:t>
            </a:r>
          </a:p>
          <a:p>
            <a:pPr marL="457200" indent="-4572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Run your </a:t>
            </a:r>
            <a:r>
              <a:rPr lang="en-US" sz="2400" b="0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Streamlit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app locally in your terminal:</a:t>
            </a:r>
          </a:p>
          <a:p>
            <a:pPr marL="457200" indent="-457200">
              <a:spcBef>
                <a:spcPts val="3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Bash</a:t>
            </a:r>
          </a:p>
          <a:p>
            <a:pPr>
              <a:spcBef>
                <a:spcPts val="300"/>
              </a:spcBef>
              <a:spcAft>
                <a:spcPts val="900"/>
              </a:spcAft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US" sz="2400" b="1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streamlit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 run app.py</a:t>
            </a:r>
          </a:p>
          <a:p>
            <a:pPr>
              <a:spcBef>
                <a:spcPts val="300"/>
              </a:spcBef>
              <a:spcAft>
                <a:spcPts val="900"/>
              </a:spcAft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9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5) Open a second terminal window and run:</a:t>
            </a:r>
          </a:p>
          <a:p>
            <a:pPr>
              <a:spcBef>
                <a:spcPts val="300"/>
              </a:spcBef>
              <a:spcAft>
                <a:spcPts val="900"/>
              </a:spcAft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&gt;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ngrok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http 8501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spcBef>
                <a:spcPts val="300"/>
              </a:spcBef>
              <a:spcAft>
                <a:spcPts val="900"/>
              </a:spcAft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ngrok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will immediately generate a public URL (e.g., https://ngrok-free.app). </a:t>
            </a:r>
          </a:p>
          <a:p>
            <a:pPr>
              <a:spcBef>
                <a:spcPts val="300"/>
              </a:spcBef>
              <a:spcAft>
                <a:spcPts val="900"/>
              </a:spcAft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spcBef>
                <a:spcPts val="300"/>
              </a:spcBef>
              <a:spcAft>
                <a:spcPts val="9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Anyone clicking that link can view the app running on your computer.</a:t>
            </a:r>
            <a:endParaRPr lang="en-US" sz="24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iri body"/>
            </a:endParaRPr>
          </a:p>
        </p:txBody>
      </p:sp>
    </p:spTree>
    <p:extLst>
      <p:ext uri="{BB962C8B-B14F-4D97-AF65-F5344CB8AC3E}">
        <p14:creationId xmlns:p14="http://schemas.microsoft.com/office/powerpoint/2010/main" val="148033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0966-40C8-7936-8436-F096711A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96AAA8-A7A5-FD6D-B0A3-23B5C23D6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4593"/>
            <a:ext cx="10835837" cy="66034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538D76-F439-3A99-0E72-2DD32E0EBA20}"/>
                  </a:ext>
                </a:extLst>
              </p14:cNvPr>
              <p14:cNvContentPartPr/>
              <p14:nvPr/>
            </p14:nvContentPartPr>
            <p14:xfrm>
              <a:off x="4233384" y="347256"/>
              <a:ext cx="303480" cy="161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538D76-F439-3A99-0E72-2DD32E0EBA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15744" y="329616"/>
                <a:ext cx="3391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1BF8FB3-77B4-79A4-46E1-0582880E20D1}"/>
                  </a:ext>
                </a:extLst>
              </p14:cNvPr>
              <p14:cNvContentPartPr/>
              <p14:nvPr/>
            </p14:nvContentPartPr>
            <p14:xfrm>
              <a:off x="4544424" y="34725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1BF8FB3-77B4-79A4-46E1-0582880E20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6784" y="32925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73D54D2-C73A-5F61-05EC-00A91AAE1305}"/>
                  </a:ext>
                </a:extLst>
              </p14:cNvPr>
              <p14:cNvContentPartPr/>
              <p14:nvPr/>
            </p14:nvContentPartPr>
            <p14:xfrm>
              <a:off x="4708944" y="291456"/>
              <a:ext cx="426600" cy="155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73D54D2-C73A-5F61-05EC-00A91AAE13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91304" y="273456"/>
                <a:ext cx="4622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613096-6243-BD5F-AC66-5846F7E06431}"/>
                  </a:ext>
                </a:extLst>
              </p14:cNvPr>
              <p14:cNvContentPartPr/>
              <p14:nvPr/>
            </p14:nvContentPartPr>
            <p14:xfrm>
              <a:off x="10432584" y="1980216"/>
              <a:ext cx="488160" cy="307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613096-6243-BD5F-AC66-5846F7E0643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14944" y="1962576"/>
                <a:ext cx="52380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84AE1F7-4FF5-375A-88D2-F76622107F97}"/>
                  </a:ext>
                </a:extLst>
              </p14:cNvPr>
              <p14:cNvContentPartPr/>
              <p14:nvPr/>
            </p14:nvContentPartPr>
            <p14:xfrm>
              <a:off x="8037504" y="4064976"/>
              <a:ext cx="209160" cy="1368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84AE1F7-4FF5-375A-88D2-F76622107F9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19504" y="4047336"/>
                <a:ext cx="24480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0E40FE2-D43D-B5D9-D84D-05F13BA7684D}"/>
                  </a:ext>
                </a:extLst>
              </p14:cNvPr>
              <p14:cNvContentPartPr/>
              <p14:nvPr/>
            </p14:nvContentPartPr>
            <p14:xfrm>
              <a:off x="4581144" y="5485536"/>
              <a:ext cx="372240" cy="230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0E40FE2-D43D-B5D9-D84D-05F13BA7684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63144" y="5467536"/>
                <a:ext cx="4078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6560E72-9FDE-6970-92F7-E09F5216170B}"/>
                  </a:ext>
                </a:extLst>
              </p14:cNvPr>
              <p14:cNvContentPartPr/>
              <p14:nvPr/>
            </p14:nvContentPartPr>
            <p14:xfrm>
              <a:off x="7571304" y="6550056"/>
              <a:ext cx="383760" cy="218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6560E72-9FDE-6970-92F7-E09F5216170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53304" y="6532056"/>
                <a:ext cx="41940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4251B806-0530-3778-5D30-D4FDE364D8A7}"/>
              </a:ext>
            </a:extLst>
          </p:cNvPr>
          <p:cNvGrpSpPr/>
          <p:nvPr/>
        </p:nvGrpSpPr>
        <p:grpSpPr>
          <a:xfrm>
            <a:off x="3563424" y="749376"/>
            <a:ext cx="755640" cy="663480"/>
            <a:chOff x="3563424" y="749376"/>
            <a:chExt cx="755640" cy="66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41949FF-9174-6749-FF69-61385568A468}"/>
                    </a:ext>
                  </a:extLst>
                </p14:cNvPr>
                <p14:cNvContentPartPr/>
                <p14:nvPr/>
              </p14:nvContentPartPr>
              <p14:xfrm>
                <a:off x="3830184" y="804456"/>
                <a:ext cx="19440" cy="306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41949FF-9174-6749-FF69-61385568A46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12544" y="786456"/>
                  <a:ext cx="550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2509BC-C8F0-7DCB-5A5F-20E915FF31C9}"/>
                    </a:ext>
                  </a:extLst>
                </p14:cNvPr>
                <p14:cNvContentPartPr/>
                <p14:nvPr/>
              </p14:nvContentPartPr>
              <p14:xfrm>
                <a:off x="3563424" y="749376"/>
                <a:ext cx="755640" cy="663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2509BC-C8F0-7DCB-5A5F-20E915FF31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45784" y="731376"/>
                  <a:ext cx="791280" cy="69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EED1CE-3F16-8D0F-3E39-AD54566F7C66}"/>
              </a:ext>
            </a:extLst>
          </p:cNvPr>
          <p:cNvGrpSpPr/>
          <p:nvPr/>
        </p:nvGrpSpPr>
        <p:grpSpPr>
          <a:xfrm>
            <a:off x="8806104" y="1663776"/>
            <a:ext cx="595080" cy="523080"/>
            <a:chOff x="8806104" y="1663776"/>
            <a:chExt cx="59508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DA2E7EF-EBD3-450F-018F-DE487C371800}"/>
                    </a:ext>
                  </a:extLst>
                </p14:cNvPr>
                <p14:cNvContentPartPr/>
                <p14:nvPr/>
              </p14:nvContentPartPr>
              <p14:xfrm>
                <a:off x="8967744" y="1841616"/>
                <a:ext cx="319680" cy="244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DA2E7EF-EBD3-450F-018F-DE487C3718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49744" y="1823616"/>
                  <a:ext cx="355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3A273C-AE78-465E-100D-B091E1B1E4D4}"/>
                    </a:ext>
                  </a:extLst>
                </p14:cNvPr>
                <p14:cNvContentPartPr/>
                <p14:nvPr/>
              </p14:nvContentPartPr>
              <p14:xfrm>
                <a:off x="8988624" y="1782936"/>
                <a:ext cx="192240" cy="128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3A273C-AE78-465E-100D-B091E1B1E4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70624" y="1764936"/>
                  <a:ext cx="227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D0CFB1-7B03-1F9A-B1AA-1804B7F7426C}"/>
                    </a:ext>
                  </a:extLst>
                </p14:cNvPr>
                <p14:cNvContentPartPr/>
                <p14:nvPr/>
              </p14:nvContentPartPr>
              <p14:xfrm>
                <a:off x="8806104" y="1663776"/>
                <a:ext cx="595080" cy="523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D0CFB1-7B03-1F9A-B1AA-1804B7F742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88104" y="1646136"/>
                  <a:ext cx="630720" cy="55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8D12F8A-12D4-880C-9894-B9FDE2B7183F}"/>
              </a:ext>
            </a:extLst>
          </p:cNvPr>
          <p:cNvGrpSpPr/>
          <p:nvPr/>
        </p:nvGrpSpPr>
        <p:grpSpPr>
          <a:xfrm>
            <a:off x="8557704" y="3893976"/>
            <a:ext cx="844920" cy="578160"/>
            <a:chOff x="8557704" y="3893976"/>
            <a:chExt cx="84492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9F6BAE-285E-9356-4F05-B81EAE5C3001}"/>
                    </a:ext>
                  </a:extLst>
                </p14:cNvPr>
                <p14:cNvContentPartPr/>
                <p14:nvPr/>
              </p14:nvContentPartPr>
              <p14:xfrm>
                <a:off x="8650944" y="4004856"/>
                <a:ext cx="330120" cy="313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9F6BAE-285E-9356-4F05-B81EAE5C30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32944" y="3986856"/>
                  <a:ext cx="3657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72497B-AA0D-5B9C-25AD-A6B29204A743}"/>
                    </a:ext>
                  </a:extLst>
                </p14:cNvPr>
                <p14:cNvContentPartPr/>
                <p14:nvPr/>
              </p14:nvContentPartPr>
              <p14:xfrm>
                <a:off x="8557704" y="3893976"/>
                <a:ext cx="844920" cy="578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72497B-AA0D-5B9C-25AD-A6B29204A74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39704" y="3876336"/>
                  <a:ext cx="880560" cy="61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14B959-539E-56B0-F32E-32BC37689A3A}"/>
              </a:ext>
            </a:extLst>
          </p:cNvPr>
          <p:cNvGrpSpPr/>
          <p:nvPr/>
        </p:nvGrpSpPr>
        <p:grpSpPr>
          <a:xfrm>
            <a:off x="3647304" y="5339376"/>
            <a:ext cx="917280" cy="680040"/>
            <a:chOff x="3647304" y="5339376"/>
            <a:chExt cx="917280" cy="68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4F2936A-E53F-A9C9-36E1-602248BC600E}"/>
                    </a:ext>
                  </a:extLst>
                </p14:cNvPr>
                <p14:cNvContentPartPr/>
                <p14:nvPr/>
              </p14:nvContentPartPr>
              <p14:xfrm>
                <a:off x="3885984" y="5531976"/>
                <a:ext cx="302760" cy="336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4F2936A-E53F-A9C9-36E1-602248BC600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68344" y="5513976"/>
                  <a:ext cx="3384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A612AA-8722-1C41-9DDE-E4CD3BF2746B}"/>
                    </a:ext>
                  </a:extLst>
                </p14:cNvPr>
                <p14:cNvContentPartPr/>
                <p14:nvPr/>
              </p14:nvContentPartPr>
              <p14:xfrm>
                <a:off x="3647304" y="5339376"/>
                <a:ext cx="917280" cy="680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A612AA-8722-1C41-9DDE-E4CD3BF2746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29664" y="5321736"/>
                  <a:ext cx="952920" cy="71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CACA886-A51A-6A17-B877-2A2B62CDCAFE}"/>
              </a:ext>
            </a:extLst>
          </p:cNvPr>
          <p:cNvGrpSpPr/>
          <p:nvPr/>
        </p:nvGrpSpPr>
        <p:grpSpPr>
          <a:xfrm>
            <a:off x="8256384" y="6382296"/>
            <a:ext cx="752760" cy="523800"/>
            <a:chOff x="8256384" y="6382296"/>
            <a:chExt cx="75276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E77EEC8-A6EA-3386-798C-C5806601DB48}"/>
                    </a:ext>
                  </a:extLst>
                </p14:cNvPr>
                <p14:cNvContentPartPr/>
                <p14:nvPr/>
              </p14:nvContentPartPr>
              <p14:xfrm>
                <a:off x="8440344" y="6501096"/>
                <a:ext cx="342360" cy="304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E77EEC8-A6EA-3386-798C-C5806601DB4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22704" y="6483456"/>
                  <a:ext cx="3780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9D9059F-5FB3-6E8E-43A9-7DD86B9BE673}"/>
                    </a:ext>
                  </a:extLst>
                </p14:cNvPr>
                <p14:cNvContentPartPr/>
                <p14:nvPr/>
              </p14:nvContentPartPr>
              <p14:xfrm>
                <a:off x="8256384" y="6382296"/>
                <a:ext cx="752760" cy="523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9D9059F-5FB3-6E8E-43A9-7DD86B9BE67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38744" y="6364296"/>
                  <a:ext cx="788400" cy="55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473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A26D-01AA-3AA6-4AFE-A691148C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B45CDB-E864-CC64-B63D-DC0E3C78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15" y="1599881"/>
            <a:ext cx="7020905" cy="45726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D3723AE-84DF-2988-2391-37A8A20F1C2E}"/>
                  </a:ext>
                </a:extLst>
              </p14:cNvPr>
              <p14:cNvContentPartPr/>
              <p14:nvPr/>
            </p14:nvContentPartPr>
            <p14:xfrm>
              <a:off x="6894504" y="2685816"/>
              <a:ext cx="429480" cy="137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D3723AE-84DF-2988-2391-37A8A20F1C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76864" y="2668176"/>
                <a:ext cx="46512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0EE8A3-916B-B4DF-33D2-568860D4230E}"/>
                  </a:ext>
                </a:extLst>
              </p14:cNvPr>
              <p14:cNvContentPartPr/>
              <p14:nvPr/>
            </p14:nvContentPartPr>
            <p14:xfrm>
              <a:off x="5613984" y="4207536"/>
              <a:ext cx="389880" cy="333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0EE8A3-916B-B4DF-33D2-568860D423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96344" y="4189896"/>
                <a:ext cx="42552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DEB5AF-A782-B79A-1835-6DE731B9328A}"/>
                  </a:ext>
                </a:extLst>
              </p14:cNvPr>
              <p14:cNvContentPartPr/>
              <p14:nvPr/>
            </p14:nvContentPartPr>
            <p14:xfrm>
              <a:off x="8448984" y="4911336"/>
              <a:ext cx="324000" cy="347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DEB5AF-A782-B79A-1835-6DE731B932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31344" y="4893336"/>
                <a:ext cx="359640" cy="38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776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</TotalTime>
  <Words>135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Calibiri body</vt:lpstr>
      <vt:lpstr>Calibri</vt:lpstr>
      <vt:lpstr>Calibri Light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</cp:revision>
  <dcterms:created xsi:type="dcterms:W3CDTF">2025-09-22T02:44:38Z</dcterms:created>
  <dcterms:modified xsi:type="dcterms:W3CDTF">2026-06-10T02:39:11Z</dcterms:modified>
</cp:coreProperties>
</file>