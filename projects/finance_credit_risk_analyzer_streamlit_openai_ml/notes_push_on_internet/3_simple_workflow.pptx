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1"/>
  </p:handoutMasterIdLst>
  <p:sldIdLst>
    <p:sldId id="257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?utm_source=chatgpt.com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D52A91-7272-506D-A00C-BA1E3DEAFE2B}"/>
              </a:ext>
            </a:extLst>
          </p:cNvPr>
          <p:cNvSpPr txBox="1"/>
          <p:nvPr/>
        </p:nvSpPr>
        <p:spPr>
          <a:xfrm>
            <a:off x="3028950" y="2335149"/>
            <a:ext cx="6400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Short Introduction 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9E62B-89FD-D67C-CA07-1502C4A07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D18DBD-CC48-F513-C2AE-2D6074758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496" y="474527"/>
            <a:ext cx="1988703" cy="20066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6279B4-5B6D-430F-43F0-85BDF41D9998}"/>
              </a:ext>
            </a:extLst>
          </p:cNvPr>
          <p:cNvSpPr txBox="1"/>
          <p:nvPr/>
        </p:nvSpPr>
        <p:spPr>
          <a:xfrm>
            <a:off x="345186" y="741851"/>
            <a:ext cx="3806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Content of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demo_project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AFEAFF-F7D9-E354-6AB4-B04E74F874D0}"/>
              </a:ext>
            </a:extLst>
          </p:cNvPr>
          <p:cNvSpPr txBox="1"/>
          <p:nvPr/>
        </p:nvSpPr>
        <p:spPr>
          <a:xfrm>
            <a:off x="258318" y="1669860"/>
            <a:ext cx="6190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Move into the Project Directory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cd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demo_project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AB29FB-15C7-0238-894E-0E69D0CD34A6}"/>
              </a:ext>
            </a:extLst>
          </p:cNvPr>
          <p:cNvSpPr txBox="1"/>
          <p:nvPr/>
        </p:nvSpPr>
        <p:spPr>
          <a:xfrm>
            <a:off x="345186" y="3807825"/>
            <a:ext cx="1167003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Initialize a Git Repository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git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init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creates a hidden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.git/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folder that stores the complete version history of your project.</a:t>
            </a:r>
          </a:p>
        </p:txBody>
      </p:sp>
    </p:spTree>
    <p:extLst>
      <p:ext uri="{BB962C8B-B14F-4D97-AF65-F5344CB8AC3E}">
        <p14:creationId xmlns:p14="http://schemas.microsoft.com/office/powerpoint/2010/main" val="2191252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FA5D5-02A0-6F6F-3587-3BD0DAC01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A4F39D-A632-0842-31FE-C42ACC6EA5AB}"/>
              </a:ext>
            </a:extLst>
          </p:cNvPr>
          <p:cNvSpPr txBox="1"/>
          <p:nvPr/>
        </p:nvSpPr>
        <p:spPr>
          <a:xfrm>
            <a:off x="252603" y="293269"/>
            <a:ext cx="61904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Check the Repository Status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git status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Initially, Git will show all files 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untracked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main.py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util.py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data/people.csv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so on</a:t>
            </a:r>
          </a:p>
        </p:txBody>
      </p:sp>
    </p:spTree>
    <p:extLst>
      <p:ext uri="{BB962C8B-B14F-4D97-AF65-F5344CB8AC3E}">
        <p14:creationId xmlns:p14="http://schemas.microsoft.com/office/powerpoint/2010/main" val="2104355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3E602-599D-817C-C3F7-1A0ECAEF6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B5430A-8F6D-A635-B444-67DB59FA6506}"/>
              </a:ext>
            </a:extLst>
          </p:cNvPr>
          <p:cNvSpPr txBox="1"/>
          <p:nvPr/>
        </p:nvSpPr>
        <p:spPr>
          <a:xfrm>
            <a:off x="516636" y="847035"/>
            <a:ext cx="926744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Create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.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gitignore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File Using windows explorer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the following content: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.env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secret.txt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tells Git to ignore  specific files.</a:t>
            </a:r>
          </a:p>
        </p:txBody>
      </p:sp>
    </p:spTree>
    <p:extLst>
      <p:ext uri="{BB962C8B-B14F-4D97-AF65-F5344CB8AC3E}">
        <p14:creationId xmlns:p14="http://schemas.microsoft.com/office/powerpoint/2010/main" val="3301075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3BCE3-0A13-46DD-A7B1-11277FA73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DA9BB1-BB8D-73CD-90CA-08BBD6318CB1}"/>
              </a:ext>
            </a:extLst>
          </p:cNvPr>
          <p:cNvSpPr txBox="1"/>
          <p:nvPr/>
        </p:nvSpPr>
        <p:spPr>
          <a:xfrm>
            <a:off x="1531620" y="537478"/>
            <a:ext cx="52349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Stage Files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Stage all files: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git add 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 stage files individually: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git add main.py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git add util.py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git add data/people.csv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git add .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gitignore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(And so on)</a:t>
            </a:r>
          </a:p>
        </p:txBody>
      </p:sp>
    </p:spTree>
    <p:extLst>
      <p:ext uri="{BB962C8B-B14F-4D97-AF65-F5344CB8AC3E}">
        <p14:creationId xmlns:p14="http://schemas.microsoft.com/office/powerpoint/2010/main" val="2889376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A9463-0929-83B4-FF8A-9596D22EA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63DF48-9CF1-4861-DD49-FF1FCAA7577D}"/>
              </a:ext>
            </a:extLst>
          </p:cNvPr>
          <p:cNvSpPr txBox="1"/>
          <p:nvPr/>
        </p:nvSpPr>
        <p:spPr>
          <a:xfrm>
            <a:off x="361188" y="1261640"/>
            <a:ext cx="96880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Commit the Files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git commit -m "Initial commit"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commit is a snapshot of your project at a specific point in time.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861A4B-5713-E6B4-38E9-EDCF5555DAE8}"/>
              </a:ext>
            </a:extLst>
          </p:cNvPr>
          <p:cNvSpPr txBox="1"/>
          <p:nvPr/>
        </p:nvSpPr>
        <p:spPr>
          <a:xfrm>
            <a:off x="251460" y="4456468"/>
            <a:ext cx="61904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7. View Commit History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git log --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oneline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output: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a1b2c3d Initial commit</a:t>
            </a:r>
          </a:p>
        </p:txBody>
      </p:sp>
    </p:spTree>
    <p:extLst>
      <p:ext uri="{BB962C8B-B14F-4D97-AF65-F5344CB8AC3E}">
        <p14:creationId xmlns:p14="http://schemas.microsoft.com/office/powerpoint/2010/main" val="1555451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7B034-57FB-AEA3-6D4D-E7080BD3A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67C265-4322-2FB6-1014-0F475E051EE1}"/>
              </a:ext>
            </a:extLst>
          </p:cNvPr>
          <p:cNvSpPr txBox="1"/>
          <p:nvPr/>
        </p:nvSpPr>
        <p:spPr>
          <a:xfrm>
            <a:off x="425196" y="1111103"/>
            <a:ext cx="99898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8. Create a Repository on GitHub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create a new repository named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demo_project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86A061-DA9C-9CA9-E486-BF732B1E4C94}"/>
              </a:ext>
            </a:extLst>
          </p:cNvPr>
          <p:cNvSpPr txBox="1"/>
          <p:nvPr/>
        </p:nvSpPr>
        <p:spPr>
          <a:xfrm>
            <a:off x="425196" y="3127909"/>
            <a:ext cx="11766804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9. Connect Local Repository to GitHub</a:t>
            </a:r>
          </a:p>
          <a:p>
            <a:pPr rtl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git remote add origin https://github.com/yourusername/demo_project.git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Verify: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git remote -v</a:t>
            </a:r>
          </a:p>
        </p:txBody>
      </p:sp>
    </p:spTree>
    <p:extLst>
      <p:ext uri="{BB962C8B-B14F-4D97-AF65-F5344CB8AC3E}">
        <p14:creationId xmlns:p14="http://schemas.microsoft.com/office/powerpoint/2010/main" val="1385689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4F59B-A24C-8453-BC4D-374E07665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7113D4-CD0B-972B-9B1A-AD841CDC0178}"/>
              </a:ext>
            </a:extLst>
          </p:cNvPr>
          <p:cNvSpPr txBox="1"/>
          <p:nvPr/>
        </p:nvSpPr>
        <p:spPr>
          <a:xfrm>
            <a:off x="736092" y="1559159"/>
            <a:ext cx="61904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15. Push to GitHub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git branch -M main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git push -u origin main</a:t>
            </a:r>
          </a:p>
        </p:txBody>
      </p:sp>
    </p:spTree>
    <p:extLst>
      <p:ext uri="{BB962C8B-B14F-4D97-AF65-F5344CB8AC3E}">
        <p14:creationId xmlns:p14="http://schemas.microsoft.com/office/powerpoint/2010/main" val="665713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81F82-9FDE-EABF-5C56-2F6A69796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97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128</TotalTime>
  <Words>261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35</cp:revision>
  <dcterms:created xsi:type="dcterms:W3CDTF">2025-09-22T02:44:38Z</dcterms:created>
  <dcterms:modified xsi:type="dcterms:W3CDTF">2026-05-10T17:33:51Z</dcterms:modified>
</cp:coreProperties>
</file>