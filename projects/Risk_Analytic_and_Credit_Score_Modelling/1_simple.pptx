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8" r:id="rId3"/>
    <p:sldId id="279" r:id="rId4"/>
    <p:sldId id="280" r:id="rId5"/>
    <p:sldId id="281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BAB0-AE35-18C0-7C47-2029A9D4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3249E-A912-E3F9-764F-86EBAC168592}"/>
              </a:ext>
            </a:extLst>
          </p:cNvPr>
          <p:cNvSpPr txBox="1"/>
          <p:nvPr/>
        </p:nvSpPr>
        <p:spPr>
          <a:xfrm>
            <a:off x="260604" y="353491"/>
            <a:ext cx="61904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Goal: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how credit scores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F148D-1976-8D02-D72D-18839A3CAE5E}"/>
              </a:ext>
            </a:extLst>
          </p:cNvPr>
          <p:cNvSpPr txBox="1"/>
          <p:nvPr/>
        </p:nvSpPr>
        <p:spPr>
          <a:xfrm>
            <a:off x="260604" y="2060740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🧩 Topics: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📌 What is a Credit Score?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300 – 900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by banks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98449-90AA-BA45-9C15-45958EF177D3}"/>
              </a:ext>
            </a:extLst>
          </p:cNvPr>
          <p:cNvSpPr txBox="1"/>
          <p:nvPr/>
        </p:nvSpPr>
        <p:spPr>
          <a:xfrm>
            <a:off x="333756" y="4611916"/>
            <a:ext cx="4347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🏦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750+ → Safe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600–750 → Moderate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&lt;600 → Risky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F1A2B-9252-4C69-7F72-03F7EEC090DC}"/>
              </a:ext>
            </a:extLst>
          </p:cNvPr>
          <p:cNvSpPr txBox="1"/>
          <p:nvPr/>
        </p:nvSpPr>
        <p:spPr>
          <a:xfrm>
            <a:off x="6096000" y="4565517"/>
            <a:ext cx="41925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Factors affecting score: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Loan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delays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utilization </a:t>
            </a:r>
          </a:p>
        </p:txBody>
      </p:sp>
    </p:spTree>
    <p:extLst>
      <p:ext uri="{BB962C8B-B14F-4D97-AF65-F5344CB8AC3E}">
        <p14:creationId xmlns:p14="http://schemas.microsoft.com/office/powerpoint/2010/main" val="296165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C92A-50A4-EC66-3428-62E7AF2F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F1148A-A434-9B75-68A8-620984B6A36F}"/>
              </a:ext>
            </a:extLst>
          </p:cNvPr>
          <p:cNvSpPr txBox="1"/>
          <p:nvPr/>
        </p:nvSpPr>
        <p:spPr>
          <a:xfrm>
            <a:off x="41148" y="13001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ML Perspective: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score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Problem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Output: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customer (0)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customer (1)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F7FD1-0A66-736D-58C2-832AC31B1984}"/>
              </a:ext>
            </a:extLst>
          </p:cNvPr>
          <p:cNvSpPr txBox="1"/>
          <p:nvPr/>
        </p:nvSpPr>
        <p:spPr>
          <a:xfrm>
            <a:off x="443484" y="2775311"/>
            <a:ext cx="2692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Mapping to ML: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963296-F646-8F50-EB17-6312BDEDC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60751"/>
              </p:ext>
            </p:extLst>
          </p:nvPr>
        </p:nvGraphicFramePr>
        <p:xfrm>
          <a:off x="388620" y="3573947"/>
          <a:ext cx="4986528" cy="1828800"/>
        </p:xfrm>
        <a:graphic>
          <a:graphicData uri="http://schemas.openxmlformats.org/drawingml/2006/table">
            <a:tbl>
              <a:tblPr/>
              <a:tblGrid>
                <a:gridCol w="2444496">
                  <a:extLst>
                    <a:ext uri="{9D8B030D-6E8A-4147-A177-3AD203B41FA5}">
                      <a16:colId xmlns:a16="http://schemas.microsoft.com/office/drawing/2014/main" val="4147875906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135284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Banking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7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Target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Risk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7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0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9E39-BF21-5D75-84B4-CB94D279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E7B51E-2718-797B-4AA0-8D23E41A3C5D}"/>
              </a:ext>
            </a:extLst>
          </p:cNvPr>
          <p:cNvSpPr txBox="1"/>
          <p:nvPr/>
        </p:nvSpPr>
        <p:spPr>
          <a:xfrm>
            <a:off x="41148" y="13001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9192D-56F1-BA0E-26F3-4D26AF06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63" y="1362456"/>
            <a:ext cx="11413673" cy="25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1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718-2423-FE46-DA13-1D85FD33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C474A0-F496-22C4-F02A-ABB74F95876F}"/>
              </a:ext>
            </a:extLst>
          </p:cNvPr>
          <p:cNvSpPr txBox="1"/>
          <p:nvPr/>
        </p:nvSpPr>
        <p:spPr>
          <a:xfrm>
            <a:off x="41148" y="13001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3FCDB-A095-4596-A35D-4D4A9AF5A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4" y="1431736"/>
            <a:ext cx="922148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3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D01-DFE5-FC2A-1748-3D5847C5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18F7-B4BF-8F37-93C7-C671331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99959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665</TotalTime>
  <Words>96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137</cp:revision>
  <dcterms:created xsi:type="dcterms:W3CDTF">2025-09-22T02:44:38Z</dcterms:created>
  <dcterms:modified xsi:type="dcterms:W3CDTF">2026-04-14T08:03:07Z</dcterms:modified>
</cp:coreProperties>
</file>