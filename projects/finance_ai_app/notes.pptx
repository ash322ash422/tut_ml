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60" r:id="rId3"/>
    <p:sldId id="264" r:id="rId4"/>
    <p:sldId id="261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phavantage.co/?utm_source=chatgpt.com" TargetMode="External"/><Relationship Id="rId2" Type="http://schemas.openxmlformats.org/officeDocument/2006/relationships/hyperlink" Target="https://pypi.org/project/yfinance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innhub.io/?utm_source=chatgpt.com" TargetMode="External"/><Relationship Id="rId4" Type="http://schemas.openxmlformats.org/officeDocument/2006/relationships/hyperlink" Target="https://newsapi.org/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7946-70D6-1037-0EAE-C585A1C7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3DCD7D-16F5-38F9-D08D-84CE1EF45FAC}"/>
              </a:ext>
            </a:extLst>
          </p:cNvPr>
          <p:cNvSpPr txBox="1"/>
          <p:nvPr/>
        </p:nvSpPr>
        <p:spPr>
          <a:xfrm>
            <a:off x="278892" y="336078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enters ticker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service fetches data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service creates forecast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module summarizes insights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 displays everything</a:t>
            </a:r>
          </a:p>
        </p:txBody>
      </p:sp>
    </p:spTree>
    <p:extLst>
      <p:ext uri="{BB962C8B-B14F-4D97-AF65-F5344CB8AC3E}">
        <p14:creationId xmlns:p14="http://schemas.microsoft.com/office/powerpoint/2010/main" val="372047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28DF-CA1B-3D35-1834-6FFBCC2A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5DEE1-9C4C-2EFC-21DE-98A5B853FC38}"/>
              </a:ext>
            </a:extLst>
          </p:cNvPr>
          <p:cNvSpPr txBox="1"/>
          <p:nvPr/>
        </p:nvSpPr>
        <p:spPr>
          <a:xfrm>
            <a:off x="278892" y="336078"/>
            <a:ext cx="34610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 used: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==2.4.6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pandas==2.2.2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plotly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==6.7.0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scikit-learn==1.4.2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==1.58.0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textblob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==0.20.0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yfinance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==1.3.0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C4D50-C944-28D5-3D88-C7F08609D9E1}"/>
              </a:ext>
            </a:extLst>
          </p:cNvPr>
          <p:cNvSpPr txBox="1"/>
          <p:nvPr/>
        </p:nvSpPr>
        <p:spPr>
          <a:xfrm>
            <a:off x="1403604" y="4935974"/>
            <a:ext cx="8051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the app: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.\finance_ai_app\app\main.py </a:t>
            </a:r>
          </a:p>
        </p:txBody>
      </p:sp>
    </p:spTree>
    <p:extLst>
      <p:ext uri="{BB962C8B-B14F-4D97-AF65-F5344CB8AC3E}">
        <p14:creationId xmlns:p14="http://schemas.microsoft.com/office/powerpoint/2010/main" val="328892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BF9F-7425-7691-5A19-19AC08FD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BD356-5A2F-2744-3F1F-2DA2F647549C}"/>
              </a:ext>
            </a:extLst>
          </p:cNvPr>
          <p:cNvSpPr txBox="1"/>
          <p:nvPr/>
        </p:nvSpPr>
        <p:spPr>
          <a:xfrm>
            <a:off x="260604" y="237280"/>
            <a:ext cx="3653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 — UI Skeleton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sidebar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navigation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D0870-DC36-41A3-6EF5-3630A87707DF}"/>
              </a:ext>
            </a:extLst>
          </p:cNvPr>
          <p:cNvSpPr txBox="1"/>
          <p:nvPr/>
        </p:nvSpPr>
        <p:spPr>
          <a:xfrm>
            <a:off x="4734306" y="364502"/>
            <a:ext cx="35615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 — Stock Data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ticker search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59FE1-0A0E-D8AE-58A5-74950226EE8F}"/>
              </a:ext>
            </a:extLst>
          </p:cNvPr>
          <p:cNvSpPr txBox="1"/>
          <p:nvPr/>
        </p:nvSpPr>
        <p:spPr>
          <a:xfrm>
            <a:off x="132588" y="2848678"/>
            <a:ext cx="3781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3 — Prediction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moving averages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forecasting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5AE69-BDF2-EE09-F24A-F8FBCED82EB9}"/>
              </a:ext>
            </a:extLst>
          </p:cNvPr>
          <p:cNvSpPr txBox="1"/>
          <p:nvPr/>
        </p:nvSpPr>
        <p:spPr>
          <a:xfrm>
            <a:off x="4734306" y="2848678"/>
            <a:ext cx="42382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4 — AI Summary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summarization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26976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4FE5-FF38-ED56-4A27-8897F291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54231-AB10-815C-293E-694306646236}"/>
              </a:ext>
            </a:extLst>
          </p:cNvPr>
          <p:cNvSpPr txBox="1"/>
          <p:nvPr/>
        </p:nvSpPr>
        <p:spPr>
          <a:xfrm>
            <a:off x="379476" y="576733"/>
            <a:ext cx="5143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Recommended APIs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Yahoo Finance API (</a:t>
            </a:r>
            <a:r>
              <a:rPr lang="en-US" sz="24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yfinance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Alpha Vantage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Finnhub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BEEC5-A87A-2D85-45BA-B6B59E94576C}"/>
              </a:ext>
            </a:extLst>
          </p:cNvPr>
          <p:cNvSpPr txBox="1"/>
          <p:nvPr/>
        </p:nvSpPr>
        <p:spPr>
          <a:xfrm>
            <a:off x="6669026" y="492883"/>
            <a:ext cx="32232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this session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DO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stock 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summary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app</a:t>
            </a:r>
          </a:p>
        </p:txBody>
      </p:sp>
    </p:spTree>
    <p:extLst>
      <p:ext uri="{BB962C8B-B14F-4D97-AF65-F5344CB8AC3E}">
        <p14:creationId xmlns:p14="http://schemas.microsoft.com/office/powerpoint/2010/main" val="1606430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BFCB62-8935-96B6-AB6C-A65894A4E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111093"/>
              </p:ext>
            </p:extLst>
          </p:nvPr>
        </p:nvGraphicFramePr>
        <p:xfrm>
          <a:off x="167640" y="1751870"/>
          <a:ext cx="5599176" cy="1828800"/>
        </p:xfrm>
        <a:graphic>
          <a:graphicData uri="http://schemas.openxmlformats.org/drawingml/2006/table">
            <a:tbl>
              <a:tblPr/>
              <a:tblGrid>
                <a:gridCol w="2160476">
                  <a:extLst>
                    <a:ext uri="{9D8B030D-6E8A-4147-A177-3AD203B41FA5}">
                      <a16:colId xmlns:a16="http://schemas.microsoft.com/office/drawing/2014/main" val="2099626699"/>
                    </a:ext>
                  </a:extLst>
                </a:gridCol>
                <a:gridCol w="3438700">
                  <a:extLst>
                    <a:ext uri="{9D8B030D-6E8A-4147-A177-3AD203B41FA5}">
                      <a16:colId xmlns:a16="http://schemas.microsoft.com/office/drawing/2014/main" val="3681698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87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Streamlit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Fastest for demos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303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Gradio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Great for AI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20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 production feel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1013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CEC1C12-9F4C-3898-919D-66F198491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48" y="1153694"/>
            <a:ext cx="2425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Frontend Options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79106-AE2B-87E4-030F-D2C387475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0816" y="1153694"/>
            <a:ext cx="23407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Backend Options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1284F6-3665-CA21-0977-7425C023D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85725"/>
              </p:ext>
            </p:extLst>
          </p:nvPr>
        </p:nvGraphicFramePr>
        <p:xfrm>
          <a:off x="7120128" y="1751870"/>
          <a:ext cx="4730496" cy="1828800"/>
        </p:xfrm>
        <a:graphic>
          <a:graphicData uri="http://schemas.openxmlformats.org/drawingml/2006/table">
            <a:tbl>
              <a:tblPr/>
              <a:tblGrid>
                <a:gridCol w="1740408">
                  <a:extLst>
                    <a:ext uri="{9D8B030D-6E8A-4147-A177-3AD203B41FA5}">
                      <a16:colId xmlns:a16="http://schemas.microsoft.com/office/drawing/2014/main" val="2314830270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3305122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53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FastAPI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Modern AI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31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Easier for beginners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468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Django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Full-stack but heavier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8559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55B44C-9793-D99B-5287-1BADEEC5A2DD}"/>
              </a:ext>
            </a:extLst>
          </p:cNvPr>
          <p:cNvSpPr txBox="1"/>
          <p:nvPr/>
        </p:nvSpPr>
        <p:spPr>
          <a:xfrm>
            <a:off x="3285746" y="218563"/>
            <a:ext cx="322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Future Enhancements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634</TotalTime>
  <Words>195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47</cp:revision>
  <dcterms:created xsi:type="dcterms:W3CDTF">2025-09-22T02:44:38Z</dcterms:created>
  <dcterms:modified xsi:type="dcterms:W3CDTF">2026-06-01T03:02:02Z</dcterms:modified>
</cp:coreProperties>
</file>