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54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494A-F511-0486-D2B7-7DFC8050E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EFB49-DB5E-7FAB-149C-A03F077BD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DB63D-4B18-CF56-CF43-7B1FB111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B4299-CCB3-2B6A-8ED4-490DBF2A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2D9C7-09EA-1958-4055-E29F55B3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2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FAB7-129D-8517-4F92-B1103082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86DCC-93DD-E7AD-6C85-F1B106C8E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118DD-65D3-48FA-A321-48D41321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375D-5C9F-F5E5-E727-2E808727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55CD-50CB-20E4-E52A-B16C91ED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17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FE86-B153-366B-F164-D29049DD7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CE6FD-F660-0DA9-3BE7-9FBD27233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CFE0F-603F-C596-1E64-56748D9F3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D51BD-32B2-934A-69BF-1CAC1395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533C3-26A5-898D-D239-98DE57AF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0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3605-6E64-0292-F21F-17195F1A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2C8C8-E252-BAC3-E84C-21FE040E4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6751C-E29D-6861-2574-2B4DC2D78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523DA-560C-4518-1604-22D53491E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43CB1-C862-94ED-174B-EA84E078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CE7B0-A535-F1CE-E7F3-0CB5F42C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8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A5BB-B8E7-BF31-9C03-D9CA4A593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4B1BB-9755-982D-DA1E-3AE2ADB58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CF459-7F20-B840-EDB0-5BD14A863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9B485-110D-AFEE-9412-D131911B3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1C6E-FE04-CE09-A852-9BE717FAD9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C8E0FA-E15C-5EA0-4C7C-9814FC73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3F14D2-F128-891B-25C2-07CDACE6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15E61E-8AD5-47D1-BBD7-E28B338E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1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9608-E229-7200-D4DB-A7B6538A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89240-B039-5B79-B1A8-6F78F6A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DBB5F-4360-F2D4-E0CF-60A1A5C9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A6A31-8C20-71BF-9BC7-A9E4A86A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9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4F06D-8CD5-19C7-C4F3-D51F51EE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C5B91-7CFE-2B50-02A3-EC51D1823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4D8C9-16A5-EAD7-58A5-CA7F72BB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01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E124-5D61-F038-1BC4-5A45AD4B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15B9D-B229-5053-5DB3-531DAF185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7DDB4-64F8-B39C-2AF6-AF0260359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D260-B41B-A5AB-6266-215B287E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041BA-EBAD-E44D-029E-659FA9EDD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016C1-4B79-3F9B-611E-D44686A39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5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98B6-ADDF-D0DA-BA1B-0A64845F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89D03-8D04-0386-E3F3-AA1A7EC3D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242F2-58B6-C035-47CC-E46583E91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C0435-EA5C-A640-9303-45A5BD12C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8FF4D-4A76-9EF9-B0B2-D8256F6C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EE583-FA86-37FB-E621-075FA772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6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117D-8BC3-6853-1AE7-C0CCC3B5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2ECF66-B916-A571-22C8-2B0BF61AE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FD99B-A7EC-AB60-D15B-4A48D2F0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1781-0955-3FC6-DC06-6E56EC413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500FB-9C00-BC5E-1A9E-5088C8E2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3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61153B-E4EA-462C-FA55-DF58B4B4C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9C6B1-2F90-DE16-8791-6B4AFB9C3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EF2EB-B242-35DD-40E7-417DD17C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89F4B-2949-151F-1E99-E92370CB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05A3-B385-B0DB-59DF-3984344F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4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54967-ABFA-7A9D-CA93-700C860AD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48541-837D-B60C-0DB1-0AB5978A3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82218-C621-0011-3792-0CD25418F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0EEFC-C8BA-4D7F-B287-66FC7F37449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0248C-1133-D750-B1D0-9CE651439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DEC9-68AF-2CC2-B30B-89F917086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B7349-417B-431F-821F-5F144C33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1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DF9D-0B62-0E6D-E25E-B7107143BB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CFD613-83B3-AF88-00E0-F2E80DF7BB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3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yellow graph with a line going up&#10;&#10;AI-generated content may be incorrect.">
            <a:extLst>
              <a:ext uri="{FF2B5EF4-FFF2-40B4-BE49-F238E27FC236}">
                <a16:creationId xmlns:a16="http://schemas.microsoft.com/office/drawing/2014/main" id="{2CF7388E-AA71-FBA6-04DA-8A0DF795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26631"/>
            <a:ext cx="3548800" cy="1965316"/>
          </a:xfrm>
          <a:prstGeom prst="rect">
            <a:avLst/>
          </a:prstGeom>
        </p:spPr>
      </p:pic>
      <p:pic>
        <p:nvPicPr>
          <p:cNvPr id="11" name="Picture 10" descr="A screen shot of a screen&#10;&#10;AI-generated content may be incorrect.">
            <a:extLst>
              <a:ext uri="{FF2B5EF4-FFF2-40B4-BE49-F238E27FC236}">
                <a16:creationId xmlns:a16="http://schemas.microsoft.com/office/drawing/2014/main" id="{CFCA07BA-F0F7-5BE3-8ED6-162C6CC52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877" y="326631"/>
            <a:ext cx="3270246" cy="221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07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</cp:revision>
  <dcterms:created xsi:type="dcterms:W3CDTF">2026-01-01T11:41:30Z</dcterms:created>
  <dcterms:modified xsi:type="dcterms:W3CDTF">2026-01-01T11:56:11Z</dcterms:modified>
</cp:coreProperties>
</file>