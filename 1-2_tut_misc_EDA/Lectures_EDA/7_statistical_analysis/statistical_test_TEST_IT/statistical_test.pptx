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87" r:id="rId3"/>
    <p:sldId id="288" r:id="rId4"/>
    <p:sldId id="289" r:id="rId5"/>
    <p:sldId id="290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Test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D19E4E-9855-6302-4CCF-05B8B95E7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193150"/>
              </p:ext>
            </p:extLst>
          </p:nvPr>
        </p:nvGraphicFramePr>
        <p:xfrm>
          <a:off x="448056" y="1276986"/>
          <a:ext cx="10899648" cy="4934690"/>
        </p:xfrm>
        <a:graphic>
          <a:graphicData uri="http://schemas.openxmlformats.org/drawingml/2006/table">
            <a:tbl>
              <a:tblPr/>
              <a:tblGrid>
                <a:gridCol w="2453226">
                  <a:extLst>
                    <a:ext uri="{9D8B030D-6E8A-4147-A177-3AD203B41FA5}">
                      <a16:colId xmlns:a16="http://schemas.microsoft.com/office/drawing/2014/main" val="2255703594"/>
                    </a:ext>
                  </a:extLst>
                </a:gridCol>
                <a:gridCol w="2850294">
                  <a:extLst>
                    <a:ext uri="{9D8B030D-6E8A-4147-A177-3AD203B41FA5}">
                      <a16:colId xmlns:a16="http://schemas.microsoft.com/office/drawing/2014/main" val="1519828892"/>
                    </a:ext>
                  </a:extLst>
                </a:gridCol>
                <a:gridCol w="5596128">
                  <a:extLst>
                    <a:ext uri="{9D8B030D-6E8A-4147-A177-3AD203B41FA5}">
                      <a16:colId xmlns:a16="http://schemas.microsoft.com/office/drawing/2014/main" val="55402208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Statistical Test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Common Industry Use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22877"/>
                  </a:ext>
                </a:extLst>
              </a:tr>
              <a:tr h="359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t-test</a:t>
                      </a:r>
                    </a:p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(One-sample, Independent, Paired)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Compare means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A/B testing, salary comparison, manufacturing, quality improvement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023952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ANOVA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Compare means of 3 or more groups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Marketing campaigns, product variants, clinical trials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10707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Chi-Square Test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Test relationship between categorical variables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Customer demographics, survey analysis, fraud detection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88950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Z-test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Compare population means or proportions (large samples)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Website conversion rates, election polling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33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57D0-3572-1196-81C5-FAFAB1BA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C2DB6A-206D-89AC-4DD6-76970CD05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998987"/>
              </p:ext>
            </p:extLst>
          </p:nvPr>
        </p:nvGraphicFramePr>
        <p:xfrm>
          <a:off x="292608" y="1693175"/>
          <a:ext cx="10899648" cy="3471650"/>
        </p:xfrm>
        <a:graphic>
          <a:graphicData uri="http://schemas.openxmlformats.org/drawingml/2006/table">
            <a:tbl>
              <a:tblPr/>
              <a:tblGrid>
                <a:gridCol w="2453226">
                  <a:extLst>
                    <a:ext uri="{9D8B030D-6E8A-4147-A177-3AD203B41FA5}">
                      <a16:colId xmlns:a16="http://schemas.microsoft.com/office/drawing/2014/main" val="2255703594"/>
                    </a:ext>
                  </a:extLst>
                </a:gridCol>
                <a:gridCol w="3389790">
                  <a:extLst>
                    <a:ext uri="{9D8B030D-6E8A-4147-A177-3AD203B41FA5}">
                      <a16:colId xmlns:a16="http://schemas.microsoft.com/office/drawing/2014/main" val="1519828892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55402208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Statistical Test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Common Industry Use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22877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Mann-Whitney U Test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Non-parametric alternative to independent t-test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Customer satisfaction scores, medical research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901161"/>
                  </a:ext>
                </a:extLst>
              </a:tr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Wilcoxon Signed-Rank Test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Non-parametric paired comparison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Before-after experiments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34939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Kruskal-Wallis Test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Non-parametric ANOVA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Comparing multiple customer groups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54186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Pearson Correlation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Measure linear relationship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Finance, sales forecasting, feature analysis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06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C2E12-A459-8899-B0C8-388FFAE7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B7B98D-832E-7457-B8A6-97E5649ED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38802"/>
              </p:ext>
            </p:extLst>
          </p:nvPr>
        </p:nvGraphicFramePr>
        <p:xfrm>
          <a:off x="210312" y="1633602"/>
          <a:ext cx="10899648" cy="3873372"/>
        </p:xfrm>
        <a:graphic>
          <a:graphicData uri="http://schemas.openxmlformats.org/drawingml/2006/table">
            <a:tbl>
              <a:tblPr/>
              <a:tblGrid>
                <a:gridCol w="2453226">
                  <a:extLst>
                    <a:ext uri="{9D8B030D-6E8A-4147-A177-3AD203B41FA5}">
                      <a16:colId xmlns:a16="http://schemas.microsoft.com/office/drawing/2014/main" val="2255703594"/>
                    </a:ext>
                  </a:extLst>
                </a:gridCol>
                <a:gridCol w="3828702">
                  <a:extLst>
                    <a:ext uri="{9D8B030D-6E8A-4147-A177-3AD203B41FA5}">
                      <a16:colId xmlns:a16="http://schemas.microsoft.com/office/drawing/2014/main" val="1519828892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55402208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Statistical Test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Common Industry Use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22877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Spearman Correlation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Rank-based correlation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Customer rankings, recommendation systems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980219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Linear Regression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 continuous outcomes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Sales forecasting, pricing, demand prediction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061099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Logistic Regression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 binary outcomes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Fraud detection, churn prediction, credit approval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976905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F-test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Compare variances or overall regression significance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Regression diagnostics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890734"/>
                  </a:ext>
                </a:extLst>
              </a:tr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Levene's Test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Check equality of variances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Before ANOVA or t-test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901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58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175F-1D79-2920-E082-8DB6844D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9C6CE3-F682-015D-2FCE-CE3A0ED7F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157381"/>
              </p:ext>
            </p:extLst>
          </p:nvPr>
        </p:nvGraphicFramePr>
        <p:xfrm>
          <a:off x="365760" y="1340994"/>
          <a:ext cx="10899648" cy="46048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255703594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1519828892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55402208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Statistical Test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Common Industry Use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22877"/>
                  </a:ext>
                </a:extLst>
              </a:tr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Shapiro-Wilk Test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Test for normality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Assumption checking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846505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Kolmogorov-Smirnov (KS) Test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Compare distributions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monitoring, credit risk, ML drift detection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465284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Fisher's Exact Test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Categorical association for small samples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Clinical studies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86754"/>
                  </a:ext>
                </a:extLst>
              </a:tr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McNemar Test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Compare paired categorical data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Comparing classification models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13041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A/B Testing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(often uses t-test, z-test, or Bayesian methods)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Evaluate product changes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 analytics, experimentation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26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73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1983</TotalTime>
  <Words>255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242</cp:revision>
  <dcterms:created xsi:type="dcterms:W3CDTF">2025-09-22T02:44:38Z</dcterms:created>
  <dcterms:modified xsi:type="dcterms:W3CDTF">2026-07-11T09:11:36Z</dcterms:modified>
</cp:coreProperties>
</file>