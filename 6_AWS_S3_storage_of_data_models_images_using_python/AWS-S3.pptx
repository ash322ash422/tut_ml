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65" r:id="rId2"/>
    <p:sldId id="266" r:id="rId3"/>
    <p:sldId id="267" r:id="rId4"/>
    <p:sldId id="260" r:id="rId5"/>
    <p:sldId id="261" r:id="rId6"/>
    <p:sldId id="262" r:id="rId7"/>
    <p:sldId id="263" r:id="rId8"/>
    <p:sldId id="268" r:id="rId9"/>
    <p:sldId id="269" r:id="rId10"/>
    <p:sldId id="270" r:id="rId11"/>
    <p:sldId id="271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BA9A-639B-69F2-438E-E61A497C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5FC64E-9106-9C8C-0D90-0DEAA8BC6E2E}"/>
              </a:ext>
            </a:extLst>
          </p:cNvPr>
          <p:cNvSpPr txBox="1"/>
          <p:nvPr/>
        </p:nvSpPr>
        <p:spPr>
          <a:xfrm>
            <a:off x="238124" y="1244739"/>
            <a:ext cx="116673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92D050"/>
                </a:solidFill>
              </a:rPr>
              <a:t>Data Storage</a:t>
            </a:r>
          </a:p>
          <a:p>
            <a:pPr algn="ctr"/>
            <a:r>
              <a:rPr lang="en-US" sz="4400" b="1" dirty="0">
                <a:solidFill>
                  <a:srgbClr val="92D050"/>
                </a:solidFill>
              </a:rPr>
              <a:t>AWS S3</a:t>
            </a:r>
            <a:endParaRPr lang="en-US" sz="4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50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06225-94E3-C516-BB72-D253BED8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B10054C-5D94-A518-76FC-2B8F7B6320E6}"/>
              </a:ext>
            </a:extLst>
          </p:cNvPr>
          <p:cNvSpPr txBox="1"/>
          <p:nvPr/>
        </p:nvSpPr>
        <p:spPr>
          <a:xfrm>
            <a:off x="238124" y="819868"/>
            <a:ext cx="116673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AWS S3?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S3 (Simple Storage Service)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cloud storage service that lets you: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files of any type and can store huge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Access them from anywhere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Scale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 only for storage you use. They are cheap compared to local servers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store: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CSV / Excel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 / Videos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files (.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pkl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.h5,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Logs / JSON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 static files</a:t>
            </a:r>
          </a:p>
        </p:txBody>
      </p:sp>
    </p:spTree>
    <p:extLst>
      <p:ext uri="{BB962C8B-B14F-4D97-AF65-F5344CB8AC3E}">
        <p14:creationId xmlns:p14="http://schemas.microsoft.com/office/powerpoint/2010/main" val="422046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E490-CEBB-0242-6D2B-89534BE5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B5733-B549-2741-9C2D-1169926649A7}"/>
              </a:ext>
            </a:extLst>
          </p:cNvPr>
          <p:cNvSpPr txBox="1"/>
          <p:nvPr/>
        </p:nvSpPr>
        <p:spPr>
          <a:xfrm>
            <a:off x="238124" y="819868"/>
            <a:ext cx="46663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Inner working: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-&gt;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FA2B29-D9EF-DDA4-1AC6-CC1FCAB13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455" y="765353"/>
            <a:ext cx="5496811" cy="1758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5925F6-E61F-DE83-4566-B7B3AA07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276" y="3522181"/>
            <a:ext cx="3600018" cy="216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3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37C4F-F76D-6EC4-B1BB-7EA33389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BBDCC5-C25B-9A17-89F7-29CB37CA0931}"/>
              </a:ext>
            </a:extLst>
          </p:cNvPr>
          <p:cNvSpPr txBox="1"/>
          <p:nvPr/>
        </p:nvSpPr>
        <p:spPr>
          <a:xfrm>
            <a:off x="238124" y="1475001"/>
            <a:ext cx="116673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Login to AWS Console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https://aws.amazon.com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Sign In to Console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Enter: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Username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Password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login, you will reach AWS Dashboard.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Search for S3 Service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the top search bar, type: S3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S3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services list.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335AC-1365-7D02-41BC-FBB0105F18D0}"/>
              </a:ext>
            </a:extLst>
          </p:cNvPr>
          <p:cNvSpPr txBox="1"/>
          <p:nvPr/>
        </p:nvSpPr>
        <p:spPr>
          <a:xfrm>
            <a:off x="238123" y="762102"/>
            <a:ext cx="111133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Login AWS → Open S3 → Create Bucket → Set Name + Region → Create → Upload Files</a:t>
            </a:r>
          </a:p>
        </p:txBody>
      </p:sp>
    </p:spTree>
    <p:extLst>
      <p:ext uri="{BB962C8B-B14F-4D97-AF65-F5344CB8AC3E}">
        <p14:creationId xmlns:p14="http://schemas.microsoft.com/office/powerpoint/2010/main" val="98245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3C3ED-2B18-97B2-CAF4-7F45780D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99FBC3-8D72-77E9-9B22-8BA049C165B7}"/>
              </a:ext>
            </a:extLst>
          </p:cNvPr>
          <p:cNvSpPr txBox="1"/>
          <p:nvPr/>
        </p:nvSpPr>
        <p:spPr>
          <a:xfrm>
            <a:off x="238124" y="394347"/>
            <a:ext cx="116673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Click Create Bucket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see S3 dashboard.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bucket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Configure Bucket Details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Bucket Name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Must 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globally unique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loxfordacademy-ml-dataset-1973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(Make sure to follow the rules: no _, no uppercase, etc.)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Region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India, usually choose: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Asia Pacific (Mumbai)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Choosing nearby region → Faster access + lower latency.</a:t>
            </a:r>
          </a:p>
        </p:txBody>
      </p:sp>
    </p:spTree>
    <p:extLst>
      <p:ext uri="{BB962C8B-B14F-4D97-AF65-F5344CB8AC3E}">
        <p14:creationId xmlns:p14="http://schemas.microsoft.com/office/powerpoint/2010/main" val="1163712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D741-37A0-877D-5D89-CA04F3A3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32EA36-3B48-6216-B625-79676F407069}"/>
              </a:ext>
            </a:extLst>
          </p:cNvPr>
          <p:cNvSpPr txBox="1"/>
          <p:nvPr/>
        </p:nvSpPr>
        <p:spPr>
          <a:xfrm>
            <a:off x="238124" y="394347"/>
            <a:ext cx="116673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 — Configure Security Settings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see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Block Public Access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option.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Recommended: Keep everything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(safe &amp; private)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change later if needed.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6 — Keep Default Storage Settings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leave these as default: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Versioning → Optional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Encryption → Usually enabled by default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scroll down -&gt;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Create Bucket</a:t>
            </a:r>
          </a:p>
        </p:txBody>
      </p:sp>
    </p:spTree>
    <p:extLst>
      <p:ext uri="{BB962C8B-B14F-4D97-AF65-F5344CB8AC3E}">
        <p14:creationId xmlns:p14="http://schemas.microsoft.com/office/powerpoint/2010/main" val="152459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B3E89-5D1A-71E0-9FA1-BAE93F27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570C52F-3BCA-F1A4-5975-3DA2F483F900}"/>
              </a:ext>
            </a:extLst>
          </p:cNvPr>
          <p:cNvSpPr txBox="1"/>
          <p:nvPr/>
        </p:nvSpPr>
        <p:spPr>
          <a:xfrm>
            <a:off x="238124" y="394347"/>
            <a:ext cx="116673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7 — Upload File to Bucket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your bucket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Upload (upload few files)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file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Upload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6D0B0-77FD-C41B-ADBD-8A167568643E}"/>
              </a:ext>
            </a:extLst>
          </p:cNvPr>
          <p:cNvSpPr txBox="1"/>
          <p:nvPr/>
        </p:nvSpPr>
        <p:spPr>
          <a:xfrm>
            <a:off x="238124" y="3285327"/>
            <a:ext cx="116673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 Tips (Industry Useful)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Mumbai region for Indian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bucket private for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meaningful naming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Organize using folders like: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datasets/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models/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images/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logs/</a:t>
            </a:r>
          </a:p>
        </p:txBody>
      </p:sp>
    </p:spTree>
    <p:extLst>
      <p:ext uri="{BB962C8B-B14F-4D97-AF65-F5344CB8AC3E}">
        <p14:creationId xmlns:p14="http://schemas.microsoft.com/office/powerpoint/2010/main" val="301545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9671-77D9-9C67-A6BF-B3B67F56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448020B-291F-23E5-E701-B6BF518BAF9F}"/>
              </a:ext>
            </a:extLst>
          </p:cNvPr>
          <p:cNvSpPr txBox="1"/>
          <p:nvPr/>
        </p:nvSpPr>
        <p:spPr>
          <a:xfrm>
            <a:off x="238124" y="394347"/>
            <a:ext cx="11667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access your bucket using python</a:t>
            </a:r>
          </a:p>
        </p:txBody>
      </p:sp>
    </p:spTree>
    <p:extLst>
      <p:ext uri="{BB962C8B-B14F-4D97-AF65-F5344CB8AC3E}">
        <p14:creationId xmlns:p14="http://schemas.microsoft.com/office/powerpoint/2010/main" val="2196275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70FE3-0AFF-2000-8A0A-996284B9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B579FDB-1135-CFDB-3149-767D8CC1985E}"/>
              </a:ext>
            </a:extLst>
          </p:cNvPr>
          <p:cNvSpPr txBox="1"/>
          <p:nvPr/>
        </p:nvSpPr>
        <p:spPr>
          <a:xfrm>
            <a:off x="238124" y="394347"/>
            <a:ext cx="116673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aws_access_key_id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aws_secret_access_key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the AWS search bar, type: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IAM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IAM service.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Users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left sidebar → Click Users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see list of users.</a:t>
            </a:r>
          </a:p>
          <a:p>
            <a:pPr marL="457200" indent="-457200">
              <a:buAutoNum type="arabicParenR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Create New User (Recommended)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practice is NOT to use root account keys.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user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Enter username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loxfordacademy-s3-user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835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D18D-DE6A-FE99-BBF2-1946938B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DBCFE7B-D6CC-27A9-6269-B816931FDB5A}"/>
              </a:ext>
            </a:extLst>
          </p:cNvPr>
          <p:cNvSpPr txBox="1"/>
          <p:nvPr/>
        </p:nvSpPr>
        <p:spPr>
          <a:xfrm>
            <a:off x="238124" y="394347"/>
            <a:ext cx="116673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Set Permissions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Choose: Attach policies directly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select: AmazonS3FullAccess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 → Create user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Create Access Key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user is created: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user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Security credentials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Scroll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Access Keys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Click: Create Access Keys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7) Choose Usage Type: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Application running outside AWS. 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2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5AE8C-62C9-3996-5E33-85F9B8E6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2F602F-F05E-2D3F-A63C-9475B0D5261D}"/>
              </a:ext>
            </a:extLst>
          </p:cNvPr>
          <p:cNvSpPr txBox="1"/>
          <p:nvPr/>
        </p:nvSpPr>
        <p:spPr>
          <a:xfrm>
            <a:off x="524636" y="302907"/>
            <a:ext cx="116673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8) Copy Keys (VERY IMPORTANT)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now see: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Access Key ID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Secret Access Key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Copy them immediately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Secret key is shown only ONCE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IMPORTANT SECURITY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Never Upload keys to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Never Share keys publicly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Never Put keys inside public notebooks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Never Send keys in email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766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258</TotalTime>
  <Words>548</Words>
  <Application>Microsoft Office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61</cp:revision>
  <dcterms:created xsi:type="dcterms:W3CDTF">2025-09-22T02:44:38Z</dcterms:created>
  <dcterms:modified xsi:type="dcterms:W3CDTF">2026-02-18T16:04:25Z</dcterms:modified>
</cp:coreProperties>
</file>